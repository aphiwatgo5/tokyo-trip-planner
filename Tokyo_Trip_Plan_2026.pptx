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reddit.com/r/JapanTravelTips — Japan trip with infant / stroller epilogue
· trip.com Ameyoko guide
· japan.travel/en/spot/1706 (Ameyoko)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tripadvisor.com Ueno Zoo reviews + forum "Ueno Zoo and Pandas"
· magical-trip.com/media/ueno-zoological-gardens
· japanforkids.jp/places/hanayashiki-amusement-park
· tripadvisor.com Asakusa Hanayashiki reviews
· japantravel.navitime.com Hanayashiki guide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tokyodisneyresort.jp/en/ticket + /guide/baby + /guide/child-tdl (official)
· reddit.com/r/DisneyPlanning — TDL with 13-month-old
· familyintokyo.com/en/blog/tokyo-disney-with-kids
· emmajaneexplores.com/tokyo-disney-with-toddlers
· lexandrekan.com tokyo-disneyland-planning-tips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japanforkids.jp/places/yokohama-anpanman-childrens-museum
· trip.com Anpanman moments
· yokohamajapan.com Anpanman detail
· itravelblog.net anpanman-childrens-museum
· travelxgirl.com yokohama-anpanman-museum-with-toddler
· reddit.com/r/JapanTravelTips — stroller in Kamakura
· onedayawaytravel.com/kamakura-with-kids
· geminiconnect.com kamakura family guide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tinytotintokyo.com teamlab-planets-with-kids
· tripadvisor.com TeamLab Planets "with a baby" review
· reddit.com/r/JapanTravelTips — teamlab with baby
· thetokyochapter.com planets-vs-borderless
· lunitravels.com/teamlab-planets-tokyo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tokyo-dome.co.jp/en/asobono/information (official)
· tripadvisor.com Asobono reviews
· japanforkids.jp asobono guide
· klook.com ASOBono tickets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reddit.com/r/JapanTravelTips — Pokémon Café reservation tips ×3 threads
· pokemon-cafe.jp/en/cafe/faq (official)
· planmyjapan.com tokyo-station-ramen-street
· thetravelpockets.com tokyo-ramen-street
· goodtastevice.com ticket machine
· tripadvisor.com Maxell Aqua Park + FAQ
· japanforkids.jp maxell-aqua-park
· japantravel.navitime.com Maxell spot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sources (retrieved 2026-09-06):
· en.www.tokyo-solamachi.jp/enjoy/souvenir (official)
· trip.com Ameyoko guide
· japan.travel/en/spot/1706
· ordinarygirlextraordinarydreamer.com ameyoko guide
· tripadvisor.com Ameyoko reviews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9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· KAMAKURA · YOKOHAMA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แผนทริปโตเกียว 2026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พฤศจิกายน – 6 ธันวาคม 2026 · 9 วัน · ค้างอูเอโนะทุกคืน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6908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06908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ผู้ใหญ่ + เด็กเล็ก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¥232,380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31520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งบรวม (≈฿53,447)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A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สร้างจากแอป Tokyo Trip Planner · 28 ก.ย.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02920" cy="502920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2743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ภาพรวมทริป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8046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จัดวันตามทิศทางรถไฟ (geo-clustered) — วันละ 1 โซน ลดเวลาต่อรถ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292608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โซน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แผน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งบ/วัน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พ.ย. เสาร์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 (ใกล้บ้าน)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ถึงโตเกียว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¥7,040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พ.ย. อาทิตย์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อูเอโนะ–อาซากุสะ (ฝั่งเดียวกัน)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Zoo + Hanayashiki + Asakusa 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¥13,120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พ.ย. จันทร์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ไมฮามะ (ตะวันออก)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 Disneyland 🎢 (คริสต์มาส)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¥31,620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ธ.ค. อังคาร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ใต้: โยโกฮามะ + คามาคุระ (สายเดียวกัน)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Anpanman + Kamakura วันเดียว 🐜🗿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¥18,900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ธ.ค. พุธ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โทโยซุ (ตะวันออก) + บ้าน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teamLab + วันพักกลางสัปดาห์ 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ธ.ค. พฤหัส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ซุอิโดบาชิ–บุงเกียว (ติดบ้าน)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Asobono! + ไฟ Tokyo Dome City 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¥10,840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ธ.ค. ศุกร์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กลางเมือง: หน้าสถานีโตเกียว–ชินางาวะ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Pokémon Café + Maxell + ไฟ Marunouchi 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¥18,260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ธ.ค. เสาร์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 + สกายทรี (ปิดท้ายใกล้บ้าน)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เก็บกระเป๋า + ช้อปของฝากสุดท้าย 🛍️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¥10,260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ธ.ค. อาทิตย์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กลับกรุงเทพฯ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กลับกรุงเทพฯ ✈️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¥2,240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รวม + ที่พัก 8 คืน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¥232,380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325880"/>
            <a:ext cx="3474720" cy="4937760"/>
          </a:xfrm>
          <a:prstGeom prst="roundRect">
            <a:avLst>
              <a:gd name="adj" fmla="val 2632"/>
            </a:avLst>
          </a:prstGeom>
          <a:solidFill>
            <a:srgbClr val="E7F2ED"/>
          </a:solidFill>
          <a:ln/>
          <a:effectLst>
            <a:outerShdw sx="100000" sy="100000" kx="0" ky="0" algn="bl" rotWithShape="0" blurRad="88900" dist="25400" dir="2700000">
              <a:srgbClr val="1B243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582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จุดเด่นของแผน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458200" y="1965960"/>
            <a:ext cx="3063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Anpanman + Kamakura วันเดียวจบ (ลงใต้ครั้งเดียว)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วันสลับหนัก-เบา ทุกวันมีงีบกลางวัน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เช้า / ในร่มบ่าย (พระอาทิตย์ตก 16:30)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Illumination ฤดูหนาว: Dome City, Marunouchi, ริมอ่าวโยโกฮามะ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 วันจันทร์ (คนน้อยสุด) + ธีมคริสต์มาส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เด็กต่ำกว่า 6 ขวบ รถไฟฟรี · ส่วนใหญ่ค่าเข้าฟรี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พ.ย. เสาร์ · D1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ถึงโตเกียว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(ใกล้บ้าน)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06:55–08:00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เครื่องลง Haneda (T3) + ตม.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ผ่าน ตม. + รับกระเป๋า ~60 นาที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เข้าเมือง  🚆¥1,040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Keikyu → Shinagawa → JR Yamanote · ตั้ง Suica ในมือถือก่อนออกจากสนามบิน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09:30–10:00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ฝากกระเป๋าที่โรงแรม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เช็กอินบ่าย ฝากของก่อน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พัก/คาเฟ่ ให้เด็กปรับเวลา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มื้อกลางวันเบาๆ  (🍜 ¥2,500)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Kura Sushi / Marugame — เดินเลือกได้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13:30–16:00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งีบยาว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เช็กอิน 15:00 · ให้เวลาปรับ jetlag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16:30–18:00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เดินเล่น Ueno Park / Ameyoko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แปะก๊วยหางฤดูใบไม้ร่วง ~ต้น ธ.ค.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+ นอนเร็ว  (🍜 ¥3,500)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เก็บแรงไว้พรุ่งนี้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¥7,040   ·   ⏳ เหลือแรง: Ameyoko ของว่างกลางคืนถ้ายังไหว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ย่านอูเอโนะ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พ.ย. เสาร์ · D1 · ถึงโตเกียว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(ใกล้บ้าน)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Haneda → เมือง + วันแรก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รถเข็นร่มแบบเบา ดีที่สุด — ลิฟต์สถานีเล็กและต้องรอคิว (Reddit r/JapanTravelTips)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ตั้ง Suica ใน Wallet มือถือตั้งแต่สนามบิน — ไม่ต้องต่อคิวตั๋ว วันแรกยังไม่ต้องซื้อพาสเพิ่ม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สูตร "ถึงเช้า → งีบยาวกลางวัน → เย็นเดินเบาๆ" ปรับ jetlag ทั้งบ้าน วัน 2–3 จะสดกว่า (แผนเรา)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Park / Ameyoko (เย็น)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Ameyoko เป็นตลาดเงินสดเป็นหลัก — เตรียมแบงค์ย่อย (Trip.com · 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ตอนค่ำสตรีทฟู้ดคึกคักสุด แต่ร้านหลายร้านปิด ~20:00 — มาตามแผน 16:30 พอดี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แปะก๊วย Ueno Park เหลืองสวยปลาย พ.ย.–ต้น ธ.ค. ช่วงเราเพิ่งเริ่มฤดู (inference)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🌤🌙 มื้อกลางวัน + เย็น — ย่านอูเอโนะ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Kura Sushi Okachimachi (~¥1500) — จานละ ¥150-300 · เกม Bikkura Pon ทุก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Marugame Seimen Ueno (~¥700) — ก๋วยเตี๋ยวนุ่ม เด็กกินง่าย · สั่งที่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Seiyoken (上野精養軒) (~¥2000) — โอมุไรซ์/ครอกเกตตำนาน 1910 · มีเก้าอ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Ichiran Ramen Ueno (~¥1000) — บูธส่วนตัว สั่งผ่านเครื่อง · คิวเดิน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Saizeriya / Gusto (Ueno) (~¥800) — เมนูเด็ก+ดริ้งบาร์ · โต๊ะกว้าง รถเข็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Innsyoutei (ใน Ueno Park) (~¥2500) — บ้านญี่ปุ่นโบราณ บรรยากาศสงบ · เหมาะ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พ.ย. อาทิตย์ · D2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Ueno Zoo + Hanayashiki + Asakusa 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อูเอโนะ–อาซากุสะ (ฝั่งเดียวกัน)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09:30–11:30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Zoo  (🎟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เช้าสัตว์ตื่น · ทางเดินกว้าง รถเข็นสะดวก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11:45–12:30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 (🍜 ¥2,500)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12:45–14:45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งีบที่โรงแรม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กลับมานอนกลางวัน — บ้านใกล้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15:00–15:10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Asakusa  🚆¥360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Ginza 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15:15–17:00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Hanayashiki 🎡 (รวมวันเดียวกับ Asakusa)  (🎟 ¥3,200)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สวนสนุกเก่าแก่ 1853 · ≤4 ขวบฟรี จ่ายรายเครื่อง ~¥100–200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Senso-ji + Nakamise ช่วงพลบค่ำ  (🍜 ¥1,000)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ไฟอ่อนสวย คนน้อยลงตอนเย็น · ขนม ningyo-yaki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18:15–19:00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Asakusa  (🍜 ¥3,000)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เดินเลือกได้ — หลวมๆ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19:15–19:25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 🚆¥360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Ginza 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¥13,120   ·   ⏳ เหลือแรง: Kappabashi ถนนร้านครัว (ต่อจาก Asakusa)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ย่านอาซากุสะ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Tempura Daikokuya (~¥2000/คน)  ·  Onigiri Yadoroku (~¥700/คน)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พ.ย. อาทิตย์ · D2 · Ueno Zoo + Hanayashiki + Asakusa 🎡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อูเอโนะ–อาซากุสะ (ฝั่งเดียวกัน)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Zoo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คิวแพนด้าพีคยาวเป็นชั่วโมง มีรีวิวรอ 40 นาทีได้ดูแค่ 2 นาที — เข้า 09:30 ตอนเปิดแล้วตรงไปแพนด้าก่อน (TripAdvisor/ฟอรัม)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ครึ่งชั่วโมงแรกหลังเปิดคิวสั้นสุด · วันอาทิตย์ (วันเรา) คนเยอะกว่าปกติ — เดินหน่อย (TripAdvisor)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ทั้งสวนใช้ 1.5–3 ชม. พอ · ทางเดินกว้าง รถเข็นสบาย (รีวิว + แผนเรา)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Hanayashiki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เด็ก 0–4 ขวบขึ้นส่วนใหญ่ฟรี · ค่าเข้า + จ่ายรายเครื่อง ~¥100–200 (japanforkids · 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เสน่ห์คือของเก่าริเทรโรปี 1853 ไม่ใช่เครื่องเล่นจัด — คิดเป็นสวนเด็กเล็กกลางย่านจะไม่ผิดหวัง (Reddit)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อยู่ติด Senso-ji เดินต่อกัน 5 นาที จบทั้งย่านมื้อเดียว (Navitime)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Senso-ji ช่วงพลบค่ำ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หลัง 17:00 ไฟอ่อนสวย คนน้อยลงเยอะ — แผนเราจัดตอนเย็นถูกแล้ว (รีวิวทั่วไป)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อาคารหลักในปิด ~17:00 แต่ลานกลางแจ้งเปิดตลอด — เก็บ ningyo-yaki ท้าย Nakamise ก่อนออก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Kura Sushi Okachimachi (~¥1500) — จานละ ¥150-300 · เกม Bikkura Pon ทุก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Marugame Seimen Ueno (~¥700) — ก๋วยเตี๋ยวนุ่ม เด็กกินง่าย · สั่งที่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Seiyoken (上野精養軒) (~¥2000) — โอมุไรซ์/ครอกเกตตำนาน 1910 · มีเก้าอ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Ichiran Ramen Ueno (~¥1000) — บูธส่วนตัว สั่งผ่านเครื่อง · คิวเดิน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Saizeriya / Gusto (Ueno) (~¥800) — เมนูเด็ก+ดริ้งบาร์ · โต๊ะกว้าง รถเข็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Innsyoutei (ใน Ueno Park) (~¥2500) — บ้านญี่ปุ่นโบราณ บรรยากาศสงบ · เหมาะ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ย่านอาซากุสะ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Tempura Daikokuya (~¥2000) — ตำนาน 130 ปี · คิว ~20-40 นาที ไปก่อ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Onigiri Yadoroku (~¥700) — ร้านโนริมากิเก่าแก่สุดของโตเกียว · 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Sushi Zanmai Asakusa (~¥2000) — สายพาน เปิดดึก · ของเด็กไม่ใส่วาซาบิ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Sometaro (~¥1500) — ทอนเองที่โต๊ะ สนุกสำหรับครอบครัว (ระ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Asakusa Gyukatsu (~¥1500) — เนื้อทอดทานกลาง · คิวสั้นกว่าเท็มปุร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พ.ย. จันทร์ · D3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Disneyland 🎢 (คริสต์มาส)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ไมฮามะ (ตะวันออก)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07:30–08:00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อาหารเช้าเร็ว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08:00–08:50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เดินทางไป Disney  🚆¥460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Yamanote→Tokyo→JR Keiyo→Maihama · ชานชาลา Keiyo ที่ Tokyo ไกล เผื่อเดิน ~1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เข้าสวน + Fantasyland + Toontown  (🎟 ¥18,000)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โซนเด็กเล็กสุด · เช่ารถเข็นในสวน · ใช้ Baby Center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มื้อกลางวันในสวน  (🍜 ¥5,000)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13:00–15:00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งีบในรถเข็น + เครื่องเล่นเด็ก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เครื่องเล่นเพิ่ม + พาเหรดคริสต์มาส  (🍜 ¥1,500)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ของว่าง/ป๊อปคอร์น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18:00–19:00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 (🍜 ¥5,000)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ถ้า Hooga เพลีย กลับก่อนได้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19:00–19:50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เดินทางกลับ  🚆¥460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Keiyo→Tokyo→Yamanote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¥31,620   ·   ⏳ เหลือแรง: Ikspiari มื้อเย็น/ช้อปหน้าสถานี Maihama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ย่านไมฮามะ (Disney)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ร้านในสวน (Queen of Hearts ฯลฯ) (~¥2500/คน)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ย่านไมฮามะ (Disney)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ร้านในสวน (Queen of Hearts ฯลฯ) (~¥2500/คน)  ·  Rainforest Cafe Ikspiari (~¥3000/คน)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พ.ย. จันทร์ · D3 · Tokyo Disneyland 🎢 (คริสต์มาส)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ไมฮามะ (ตะวันออก)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บัตร + เข้าสวน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Hooga (ต่ำกว่า 4 ขวบ) เข้าฟรี · ผู้ใหญ่บัตรตามวัน หลังขึ้นราคา ต.ค. 2025 แพงสุด ~¥12,400 — ซื้อออนไลน์ระบุวันล่วงหน้า (เว็บทางการ TDR)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จองร้านอาหารในสวน (Priority Seating) ผ่านแอปตั้งแต่เช้า — มื้อกลางวันคิวยาวมาก (familyintokyo)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คิวเครื่องเล่นฮิต 90+ นาที เป็นเรื่องปกติ — วัย Hooga เล่น Fantasyland/Toontown พอ ไม่ต้องเก็บเครื่องเล่นคิวยาว (Reddit r/DisneyPlanning)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รถเข็น + Baby Center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เช่ารถเข็นในสวน ~¥1,000/วัน (แบบพับได้) หรือพาของเรา — จุดจอดรถเข็นมีทุกเครื่องเล่น (familyintokyo)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Baby Center: เปลี่ยนผ้าอ้อม ห้องให้นม อุ่มนม — จำตำแหน่งจากแผนที่ในแอปไว้ (emmajaneexplores · เว็บทางการ)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จังหวะวัน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งีบในรถเข็นช่วงบ่าย = กลยุทธ์มาตรฐานครอบครัวญี่ปุ่น เดินช้า พักบ่อย (guides)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พาเหรดคริสต์มาสบ่ายแก่ — ยืนดูริมทางเดินหลักได้ ไม่ต้องยืนจองจุดล่วงหน้านาน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🌤🌙 มื้อกลางวัน + เย็น — ย่านไมฮามะ (Disney)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ร้านในสวน (Queen of Hearts ฯลฯ) (~¥2500) — อยู่ในงบแผนอยู่แล้ว · จองรอบอาหารผ่า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Rainforest Cafe Ikspiari (~¥3000) — สัตว์จักรกล+ฟ้าผ่ารอบโต๊ะ เด็กชอบมาก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Ikspiari Food Court (~¥1200) — เลือกง่าย ที่นั่งเยอะ ติดสถานี Maiha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ธ.ค. อังคาร · D4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Anpanman + Kamakura วันเดียว 🐜🗿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ใต้: โยโกฮามะ + คามาคุระ (สายเดียวกัน)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07:30–08:00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08:10–09:00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Minatomirai  🚆¥1,460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Yamanote→Yokohama→Minatomirai Line · ≈¥730/คน · นั่งจนปลายทาง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09:00–10:00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เดินรอบ MARK IS / รับบัตร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คาเฟ่ริมหน้าต่าง รอพิพิธภัณฑ์เปิด 10:00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Anpanman Museum 🐜  (🎟 ¥3,600)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เหมาะ 1-2 ขวบที่สุด · ซื้อบัตรหน้างาน/ออนไลน์ · เด็ก 1 ขวบขึ้น ~¥1,600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12:00–12:45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MARK IS food court  (🍜 ¥3,000)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เลือกตามสะดวก — หลวมๆ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13:00–13:55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ลงใต้ต่อ → Kamakura  🚆¥1,100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Minatomirai Line → JR Negishi · Hooga งีบบนรถไฟช่วงนี้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14:05–14:15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Enoden ไป Hase  🚆¥380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Enoden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14:20–15:10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Hase-dera  (🎟 ¥800)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วิวทะเลจากยอดเนิน · บันไดเยอะ ผลัดอุ้ม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15:15–16:00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Buddha (Kotoku-in) 🗿  (🎟 ¥600)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เดิน 10 นาที · พระใหญ่กลางแจ้ง เดินรอบๆ สั้นๆ พอ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16:10–16:40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กลับสถานี Kamakura (ผ่าน Komachi)  (🍜 ¥800)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Enoden · ของกินถนนถ้าผ่าน — ไม่ตั้งใจ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🚆¥2,080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Yokosuka (ตรง) · รถตรงไม่ต้องเปลี่ยน · มื้อเย็นบนรถ/ข้าวกล่อง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มื้อเย็นเบาๆ ใกล้โรงแรม  (🍜 ¥3,500)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¥18,900   ·   ⏳ เหลือแรง: Enoshima นั่ง Enoden ต่อถ้าแรงเหลือ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ย่านโยโกฮามะ/มินาโตมิไร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IS Food Court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ย่านคามาคุระ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Tobiuo (ติดสถานี) (~¥1300/คน)  ·  Marugame Seimen Ueno (~¥700/คน)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ธ.ค. อังคาร · D4 · Anpanman + Kamakura วันเดียว 🐜🗿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ใต้: โยโกฮามะ + คามาคุระ (สายเดียวกัน)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Anpanman Museum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ต้องจองออนไลน์ล่วงหน้า — ไม่มีขายหน้างาน สุดสัปดาห์หมดก่อน 3 วัน (japanforkids · trip.com)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ชั้น 1 ฟรี (ร้าน+เบเกอรี่+ฟู้ดคอร์ท) — ถ้าบัตรหมดจริงๆ ยังเดินชั้นล่างได้ (yokohamajapan.com)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เข้ารอบเปิด 10:00 คนน้อยสุด · กลุ่มเป้าหมายจริงคือ 1–5 ขวบพอดีวัย Hooga (itravelblog · travelxgirl)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Kamakura (Hase + พระใหญ่)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พระใหญ่เดินรอบสั้น รถเข็นไหลได้ · Hase-dera บันได+ทางชัน — ผูกอุ้มสะพายจะสบายกว่า (Reddit · onedayaway)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สูตรครอบครัว: รถเข็น + ผูกอุ้มสำรอง — ลานพระใช้รถเข็น เข้าวัดสลับอุ้ม (Lemon8 · geminiconnect)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Enoden บ่ายแน่นได้ ถ้าคิวยาว เดิน/แท็กซี่ ไป Hase ~10 นาทีก็ถึง (inference จากรีวิว)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ย่านโยโกฮามะ/มินาโตมิไร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MARK IS Food Court (~¥1200) — ในแผนอยู่แล้ว — ตัวเลือกเยอะสุดในย่า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bills Minatomirai (~¥1800) — ริค็อตต้าแพนเค้กดัง · เหมาะมื้อช้าๆ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Kiyoken (ชุมชนจีนใกล้) (~¥800) — ซิวไม่บันได้ติดบ้าน · ซื้อกล่องไปนั่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Manchinro (ไชน่าทาวน์) (~¥2500) — ถ้าอยากต่อไชน่าทาวน์ · เดินจาก Minat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ย่านอูเอโนะ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Kura Sushi Okachimachi (~¥1500) — จานละ ¥150-300 · เกม Bikkura Pon ทุก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Marugame Seimen Ueno (~¥700) — ก๋วยเตี๋ยวนุ่ม เด็กกินง่าย · สั่งที่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Seiyoken (上野精養軒) (~¥2000) — โอมุไรซ์/ครอกเกตตำนาน 1910 · มีเก้าอ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Ichiran Ramen Ueno (~¥1000) — บูธส่วนตัว สั่งผ่านเครื่อง · คิวเดิน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Saizeriya / Gusto (Ueno) (~¥800) — เมนูเด็ก+ดริ้งบาร์ · โต๊ะกว้าง รถเข็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Innsyoutei (ใน Ueno Park) (~¥2500) — บ้านญี่ปุ่นโบราณ บรรยากาศสงบ · เหมาะ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ธ.ค. พุธ · D5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teamLab + วันพักกลางสัปดาห์ 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โทโยซุ (ตะวันออก) + บ้าน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09:00–09:40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teamLab  🚆¥500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(เปลี่ยนสาย 1 ครั้ง) · จองรอบ ~10:00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10:00–11:30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teamLab Planets 🎨  (🎟 ¥7,600)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ต้องอุ้มช่วงลุยน้ำ · เตรียมชุดสำรอง Hooga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11:45–13:00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LaLaport Toyosu  (🍜 ¥2,800)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restaurant เยอะ — 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13:15–14:00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 🚆¥500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14:00–16:30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งีบยาว + อาบน้ำ + พักจริงจัง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วันนี้ตั้งใจพัก — รีเซ็ตก่อนครึ่งหลังทริป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เดินเล่น Ueno Park ช่วงพลบค่ำ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อากาศธันวาเย็นสบาย ใส่เสื้อกันหนาว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มื้อเย็นใกล้โรงแรม  (🍜 ¥3,500)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¥16,100   ·   ⏳ เหลือแรง: เรือหงส์ Shinobazu Pond (อยู่ในคลังไอเดีย — หยิบมาใส่ได้)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ย่านโทโยซุ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LaLaport Food Court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ย่านอูเอโนะ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ธ.ค. พุธ · D5 · teamLab + วันพักกลางสัปดาห์ 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โทโยซุ (ตะวันออก) + บ้าน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teamLab Planets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เดินเท้าเปล่าทั้งที่ (ตู้เก็บรองเท้า) · ผ้าเช็ดมีให้ฟรี ไม่ต้องเตรียม (tinytotintokyo)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ช่วงลุยน้ำลึก ~เข่า (30 ซม.) + ห้องมืด — เด็ก 1 ขวบต้องอุ้มตลอดจริงๆ (TripAdvisor รีวิวพ่อแม่ + 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รีวิวเด็กต่ำกว่า 2 ขวบ ไปมาก/น้อย — ทางเลือกชิลกว่า: teamLab Borderless ที่ Azumabashi ไม่มีน้ำ รถเข็นได้ (Reddit)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จองรอบออนไลน์ล่วงหน้า มาตรงเวลา — เข้าเป็นกลุ่มพร้อมกัน (guides)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LaLaport Toyosu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ฟู้ดคอร์ทมีมุมเด็ก+ที่เปลี่ยนผ้าอ้อม ร้านครอบครัวเยอะ (แผนเรา)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ถ้า Hooga ยังสดหลัง teamLab — สนามเด็ก/ร้านของเล่นในมอลล์เดินเล่นได้อีก (inference)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ย่านโทโยซุ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LaLaport Food Court (~¥1200) — ในแผนอยู่แล้ว · มีห้องเด็ก/เปลี่ยนผ้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Sushiro Toyosu (~¥1000) — ถูกและเร็ว · สาขาใหญ่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Toyosu Senkyaku Banrai (~¥1800) — ตลาดปลาใหม่+ฟู้ดอัลลีย์ · มีฟุตออนเซ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ย่านอูเอโนะ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Kura Sushi Okachimachi (~¥1500) — จานละ ¥150-300 · เกม Bikkura Pon ทุก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Marugame Seimen Ueno (~¥700) — ก๋วยเตี๋ยวนุ่ม เด็กกินง่าย · สั่งที่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Seiyoken (上野精養軒) (~¥2000) — โอมุไรซ์/ครอกเกตตำนาน 1910 · มีเก้าอ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Ichiran Ramen Ueno (~¥1000) — บูธส่วนตัว สั่งผ่านเครื่อง · คิวเดิน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Saizeriya / Gusto (Ueno) (~¥800) — เมนูเด็ก+ดริ้งบาร์ · โต๊ะกว้าง รถเข็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Innsyoutei (ใน Ueno Park) (~¥2500) — บ้านญี่ปุ่นโบราณ บรรยากาศสงบ · เหมาะ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ธ.ค. พฤหัส · D6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Asobono! + ไฟ Tokyo Dome City 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ซุอิโดบาชิ–บุงเกียว (ติดบ้าน)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09:10–09:35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Tokyo Dome City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Yamanote→Akihabara→JR Sobu หรือ Ginza→Suehirocho · ≈¥280/คน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09:45–12:00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Asobono! สนามเล่นในร่มยักษ์ 🧸  (🎟 ¥1,600)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ออกแบบสำหรับ 0-6 ขวบโดยเฉพาะ · มีโซนทารก · ถอดรองเท้า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LaQua / Yellow Street  (🍜 ¥2,800)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ร้านครอบครัวเยอะ — 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13:15–14:00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งีบ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14:00–15:45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 + พัก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16:15–16:40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กลับไป Dome City ช่วงไฟ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· พระอาทิตย์ตก ~16:30 — ไฟเปิดพอดี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16:45–18:00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เดินชม Tokyo Dome City Winter Illumination 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ไฟประดับฤดูหนาว + ชิงช้าสวรรค์สวย · ฟรี · รถเข็นได้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18:15–19:15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มื้อเย็นก่อนกลับ  (🍜 ¥3,000)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19:30–19:55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¥10,840   ·   ⏳ เหลือแรง: สวน Koishikawa Korakuen ใบแปะก๊วยหาง (10 นาทีจาก Dome)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ย่านซุอิโดบาชิ (Tokyo Dome City)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Street ซอยร้านอาหาร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ย่านซุอิโดบาชิ (Tokyo Dome City)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Street ซอยร้านอาหาร (~¥1200/คน)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ธ.ค. พฤหัส · D6 · Asobono! + ไฟ Tokyo Dome City 🧸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ซุอิโดบาชิ–บุงเกียว (ติดบ้าน)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Asobono!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ถุงเท้าบังคับทั้งเด็กและผู้ใหญ่ — ลืมซื้อได้ที่เคาน์เตอร์ · ถอดรองเท้าทั้งครอบครัว (TripAdvisor · เว็บทางการ)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เช้าวันธรรมดาเงียบสุด — แผนเราพฤหัส 09:45 พอดี · หลัง 15:00 ค่าเข้าถูกลงแบบเข้าช่วงบ่าย (Klook · เว็บทางการ)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มีโซนทารกแยกในตัว + บอลพูต 40,000 ลูกเรือโจรสลัด — เริ่มโซนเบบี้ก่อนแล้วค่อยขยาย (japanforkids)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 City Illumination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ฟรี ไม่ต้องบัตร · ไฟเปิดพอดีหลังพระอาทิตย์ตก 16:30 — มาหัวค่ำสวยสุด รถเข็นเข็นได้ทั้งทาง (แผนเรา + ข้อมูลทางการ)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🌤🌙 มื้อกลางวัน + เย็น — ย่านซุอิโดบาชิ (Tokyo Dome City)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Yellow Street ซอยร้านอาหาร (~¥1200) — เดิน 1 นาทีจาก Dome · ร้านครอบครัวเย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Coco Ichibanya Suidobashi (~¥900) — ปรับความเผ็ดได้ เมนูเด็ก · เด็กต่ำกว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Mominoki House (~¥1800) — ร้านตำนานบ้านไม้ บรรยากาศอบอุ่น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ธ.ค. ศุกร์ · D7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Pokémon Café + Maxell + ไฟ Marunouchi 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กลางเมือง: หน้าสถานีโตเกียว–ชินางาวะ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08:00–08:30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09:10–09:35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Nihonbashi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 → Tokyo Sta. + เดิน 15 นาที · ¥170/คน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10:00–11:00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Pokémon Café ⚡  (🍜 ¥4,000)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จอง 3 พ.ย. 16:00 ไทย = 18:00 JST (เปิดจอง 31 วันก่อน หมดไว)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11:15–12:30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 Character Street + KITTE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ร้านการ์ตูนใต้สถานี · ของฝากเช้าๆ คนยังน้อย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12:30–13:15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Ramen Street  (🍜 ¥3,000)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คิวเร็ว เลือกตามสะดวก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13:30–14:00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งีบ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เดิน →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14:00–15:30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15:50–16:15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Maxell Aqua Park  🚆¥760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 (ตรง) · ติดสถานีชินางาวะ ออกปุ๊บถึง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16:30–18:15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Maxell Aqua Park 🐬  (🎟 ¥4,400)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เช็กตารางโชว์โลมา (~ทุก 1 ชม.) แล้วเลือกรอบก่อนเข้า · ในร่มทั้งหมด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18:30–18:45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ขึ้นไปดูไฟ Marunouchi  🚆¥380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18:50–19:35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ชมไฟ Marunouchi Illumination 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mid-Nov–Feb ทุกปี ฟรี · ตึกสถานียามค่ำสวยสุดๆ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19:45–20:45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Marunouchi/กลับไปกินบ้าน  (🍜 ¥3,500)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เลือกตามสะดวก — หลวมๆ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21:00–21:20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¥18,260   ·   ⏳ เหลือแรง: Ginza เดินชิล / Uniqlo กินซ่า (1 สถานี)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ย่านหน้าสถานีโตเกียว–นิฮงบาชิ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Ramen Street (B1) (~¥1100/คน)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ย่านหน้าสถานีโตเกียว–นิฮงบาชิ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Ramen Street (B1) (~¥1100/คน)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ธ.ค. ศุกร์ · D7 · Pokémon Café + Maxell + ไฟ Marunouchi 🎆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กลางเมือง: หน้าสถานีโตเกียว–ชินางาวะ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Pokémon Café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เปิดจอง 31 วันก่อน เวลา 18:00 JST = 16:00 เวลาไทย — มื้อ 4 ธ.ค. → เตรียมหน้าจอ 3 พ.ย. 16:00 หมดในไม่กี่นาที (Reddit · FAQ ทางการ)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กรอกแค่ชื่อ+อีเมล+เบอร์ ไม่ต้องบัตรเครดิต · เช็ก cancellation คืนก่อน ~21:00 + same-day ถึง 08:00 (Reddit)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ถ้าพลาด: ลุ้นรอบเปิด 10:30 หรือช่วงบ่าย มีคนปล่อยบ่อยกว่ามื้อกลางวัน (Reddit)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 St. + Ramen St.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Pokémon Store สาขาสถานีแน่นสุดในคอมเพล็กซ์ — มา 10:00–11:00 หลังเปิดยังโล่ง มีของลิมิเต็ดเฉพาะสาขา (Facebook กลุ่ม · 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Ramen Street: ซื้อบัตรที่ตู้กดก่อนเข้าคิว เตรียมเงินสด · เลี่ยง 12:00–13:00 คิวยาวเป็นชั่วโมง (planmyjapan · 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ตู้กดเฉยๆ นานจะ timeout คืนเงิน — เลือกเมนูไวก่อน (goodtastevice)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Maxell Aqua Park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โชว์โลมา ~15 นาที/รอบ หลายรอบต่อวัน — เช็กบอร์ดตารางก่อนเข้า แล้ววางเดินย้อนจากรอบที่จะดู (TripAdvisor)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ป้อนอาหารโลมา ¥700 หมดไว — อยากได้ซื้อตั้งแต่เข้า · ให้อาหารคาปิบาร่า ¥200 (TripAdvisor FAQ)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รอบแรกของวันเหมาะกับเด็กเล็กสุด (ก่อนหิว-ง่วง) · คาร์เซลเด็กชอบมาก (japanforkids · Reddit)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 Marunouchi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ฟรี ทั้งถนนนากะโดริ — ถ่ายหน้าตึกอิฐสถานีฝั่งมารูนอูจิ หลัง 18:00 ไฟเต็มที่สวยสุด (ข้อมูลทั่วไป)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🌤🌙 มื้อกลางวัน + เย็น — ย่านหน้าสถานีโตเกียว–นิฮงบาชิ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Tokyo Ramen Street (B1) (~¥1100) — ในแผนอยู่แล้ว · Rokurinsha สึเกเม็งด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Tamahide (นิฮงบาชิ) (~¥1600) — ต้นตำรับโอยาโกด้ง 1800 · รสนุ่ม เด็ก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Kanda Matsuya (~¥1000) — โซบะ 1884 บ้านเก่า · คิวเดินเร็ว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Shiseido Parlour (Ginza edge) (~¥2200) — โอมุไรซ์/สปาเก็ตตี้สไตล์เรโทร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Isomaru Suisan Tokyo Sta. (~¥2500) — ย่างเองที่โต๊ะ เปิดดึก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ธ.ค. เสาร์ · D8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เก็บกระเป๋า + ช้อปของฝากสุดท้าย 🛍️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+ สกายทรี (ปิดท้ายใกล้บ้าน)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09:15–10:30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ช้อปของฝาก Ameyoko + เก็บของชิ้นเล็ก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คนยังไม่เยอะ แต่ร้านเล็กหลายร้านเปิด ~10:00 — เริ่มจากร้านในอาคารก่อนได้ · งบของ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10:30–12:00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เก็บกระเป๋า + พัก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แพ็กให้เสร็จก่อนออกรอบเย็น — พรุ่งนี้บิน 10:35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 (🍜 ¥2,800)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13:00–14:45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งีบบ่ายสุดท้าย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15:15–15:35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Skytree  🚆¥480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Ginza→Asakusa, Tobu→Skytree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15:45–17:30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ช้อปของฝาก Tokyo Solamachi 🛍️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KitKat Tokyo · Tokyo Banana · ร้านการ์ตูน · รถเข็นสบาย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17:45–18:45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มื้อเย็นพิเศษส่งท้าย  (🍜 ¥5,000)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มื้อส่งท้ายทริป เลือกตามใจ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19:00–19:45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เดินเที่ยวสุดท้ายรอบ Skytree (ไฟตึกช่วงค่ำ)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ไฟประดับตึกสวย · ถ่ายรูปรอบๆ พอ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20:00–20:20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Tobu→Asakusa, Ginza→Ueno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20:45–21:30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ของฝากรอบสุดท้าย Don Quijote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เช็กกระเป๋าให้พร้อม · นอนไม่เกิน 22:00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¥10,260   ·   ⏳ เหลือแรง: ขึ้น Tokyo Skytree Tembo Deck (บัตรรอบค่ำ)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ย่านสกายทรี/โซลามาจิ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Solamachi Food Court (10F) (~¥1200/คน)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เจาะลึก: Tips &amp; อาหาร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ธ.ค. เสาร์ · D8 · เก็บกระเป๋า + ช้อปของฝากสุดท้าย 🛍️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+ สกายทรี (ปิดท้ายใกล้บ้าน)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720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029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สถานที่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💡 Tips จากรีวิวคนจริง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Ameyoko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เงินสดเป็นหลัก บางร้าน tax-free ยื่นพาสปอร์ต — เตรียมแบงค์ย่อย (Trip.com)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ร้านเล็กหลายร้านเปิด 10:00–11:00 — ถ้ามาก่อนเวลา เริ่มจากร้านในอาคาร/หน้าสถานีก่อน (guides)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ของกินทานเล่นเยอะ ราคาถูกเป็นชุด — เช้าเสาร์ก่อน 10:30 ยังไม่แน่น (japan.travel · TripAdvisor)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Solamachi (Skytree)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ของลิมิเต็ด "มีแต่ที่นี่" เยอะมาก — KitKat รสพิเศษ + Tokyo Banana ครบจบในที่เดียว (เว็บทางการ Solamachi)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ฟู้ดคอร์ทชั้น 10 มีมุมเด็ก/เปลี่ยนผ้าอ้อม · ช่วงเย็นคิวร้านของฝากยาว — แผนเรา 15:45 พอดี (แผนเรา)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 Quijote Ueno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เปิด 24 ชม. — คืนก่อนบินยัดของได้สบาย ไม่ต้องรีบ (ข้อมูลร้าน)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 tax-free เมื่อยอดรวม ≥¥5,000/ใบเสร็จ ยื่นพาสปอร์ตที่เคาน์เตอร์ (กฎทั่วไป)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73952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ที่มา tips: รีวิวสาธารณะ — Reddit · TripAdvisor · เว็บทางการ · บล็อกครอบครัว (ลิงก์เต็มอยู่ใน Notes ของสไลด์นี้)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360920" y="1188720"/>
            <a:ext cx="4343400" cy="5029200"/>
          </a:xfrm>
          <a:prstGeom prst="roundRect">
            <a:avLst>
              <a:gd name="adj" fmla="val 1684"/>
            </a:avLst>
          </a:prstGeom>
          <a:solidFill>
            <a:srgbClr val="F7EBCB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280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ทุกตัวเลือกอาหารของวันนี้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71232" y="1600200"/>
            <a:ext cx="395020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Kura Sushi Okachimachi (~¥1500) — จานละ ¥150-300 · เกม Bikkura Pon ทุก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Marugame Seimen Ueno (~¥700) — ก๋วยเตี๋ยวนุ่ม เด็กกินง่าย · สั่งที่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Seiyoken (上野精養軒) (~¥2000) — โอมุไรซ์/ครอกเกตตำนาน 1910 · มีเก้าอ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Ichiran Ramen Ueno (~¥1000) — บูธส่วนตัว สั่งผ่านเครื่อง · คิวเดิน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Saizeriya / Gusto (Ueno) (~¥800) — เมนูเด็ก+ดริ้งบาร์ · โต๊ะกว้าง รถเข็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Innsyoutei (ใน Ueno Park) (~¥2500) — บ้านญี่ปุ่นโบราณ บรรยากาศสงบ · เหมาะ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ย่านสกายทรี/โซลามาจิ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Solamachi Food Court (10F) (~¥1200) — ในแผนอยู่แล้ว · เลือก 10+ ร้าน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Katsuya Solamachi (~¥800) — เร็ว อิ่ม ถูก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Momo Paradise Solamachi (~¥2200) — ชาบุหม้อเดี่ยว เด็กกินผักได้ง่าย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Sky Restaurant 634 (~¥4500) — มื้อพิเศษบนชั้นสูง — ถ้าอยากเว่อร์ปิ</a:t>
            </a:r>
            <a:endParaRPr lang="en-US" sz="105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5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(เลือกสดตอนถึง — ไม่ต้องจอง ยกเว้น Pokémon Café)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เช็กลิสต์ก่อนเที่ยว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76072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ทำเลย — จองที่พักโตเกียว 8 คืน (free cancellation)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~ก.ย. — จองตั๋ว Disneyland ออนไลน์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พ.ย. 18:00 — จอง Pokémon Café (Nihonbashi)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เดือน — จอง teamLab Planets (timed slot)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ก่อนวันไป — ซื้อบัตร Anpanman Museum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สัปดาห์ — ซื้อบัตร Maxell Aqua Park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ล่วงหน้า — แจ้งโรงแรมยืมเปลเด็ก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ก่อนบิน — เตรียม Suica + eSIM/pocket wifi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ก่อนบิน — ประกันเดินทาง (ครอบคลุมเด็ก)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040880" y="411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เคล็ดลับต้นธันวา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040880" y="10972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อากาศ 8–15°C แห้ง ฝนน้อย — แจ็กเก็ตบาง+ผ้าห่มรถเข็นให้ Hooga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พระอาทิตย์ตก ~16:30 — outdoor ก่อนบ่ายสาม แล้วต่อในร่ม/ดูไฟ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Illumination เปิดเต็มที่: Marunouchi (D7) · Dome City (D6) · ริมอ่าวโยโกฮามะ (D4)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 ธีมคริสต์มาสถึง 25 ธ.ค.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วันเสาร์ (D8) คนเยอะสุด — จัดเป็นวันเก็บกระเป๋า+ช้อปใกล้บ้าน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ปิดปีใหม่เริ่ม ~29 ธ.ค. — ช่วงเราปกติเต็มที่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0" y="4572000"/>
            <a:ext cx="4572000" cy="1554480"/>
          </a:xfrm>
          <a:prstGeom prst="roundRect">
            <a:avLst>
              <a:gd name="adj" fmla="val 5882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69480" y="4709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แอปประกอบแผน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69480" y="50292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aphiwatgo5.github.io/tokyo-trip-planner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รหัสผ่าน: hoogaati → hoogaati · แก้แผนได้สด แล้ว sync Excel สองทาง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Tokyo Trip 2026 — Day by Day</dc:title>
  <dc:subject>PptxGenJS Presentation</dc:subject>
  <dc:creator>Tokyo Trip Planner</dc:creator>
  <cp:lastModifiedBy>Tokyo Trip Planner</cp:lastModifiedBy>
  <cp:revision>1</cp:revision>
  <dcterms:created xsi:type="dcterms:W3CDTF">2026-09-13T14:39:07Z</dcterms:created>
  <dcterms:modified xsi:type="dcterms:W3CDTF">2026-09-13T14:39:07Z</dcterms:modified>
</cp:coreProperties>
</file>