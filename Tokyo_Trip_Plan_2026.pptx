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reddit.com/r/JapanTravelTips — Japan with infant / stroller epilogue
· tokyodisneyresort.jp (tickets/children)
· tripadvisor.co.uk — Shibuya Sky sunset forum
· klook.com Shibuya Sky (15-day window)
· planmyjapan.com Ramen Street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tripadvisor.com Asakusa kimono rental reviews
· japantravel.navitime.com Asakusa guide
· hanayashiki.net official (winter hours)
· japanforkids.jp/places/hanayashiki-amusement-park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japan-guide.com Kamakura access
· reddit.com/r/JapanTravelTips — stroller in Kamakura
· onedayawaytravel.com/kamakura-with-kids
· geminiconnect.com kamakura family 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tokyodisneyresort.jp/en/ticket + /guide/baby + /guide/child-tdl (official)
· reddit.com/r/DisneyPlanning — TDL with 13-month-old
· familyintokyo.com/en/blog/tokyo-disney-with-kids
· emmajaneexplores.com/tokyo-disney-with-toddlers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tripadvisor.com Meiji Jingu reviews
· japan-guide.com Harajuku/Omotesando
· japan-guide.com Meiji Gaien ginkgo (autumn colors)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reddit.com/r/JapanTravelTips — teamLab Borderless with toddlers
· roamingcrew.com teamLab Borderless with kids
· wanderlog.com Azabudai Hills kids
· teamlab.art Borderless official (stroller/tickets)
· tripadvisor.com Maxell Aqua Park + FAQ
· japanforkids.jp maxell-aqua-park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pokemon.co.jp Pokémon Center Mega Tokyo (official)
· tripadvisor.com Ueno Zoo pandas forum
· japanforkids.jp/places/yokohama-anpanman-childrens-museum
· trip.com Anpanman moments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 sources (retrieved 2026-09-06):
· tripadvisor.com Tokyo Character Street reviews
· en.www.tokyo-solamachi.jp/enjoy/souvenir (official)
· donqui.com store hours
· japan customs tax-free rule (general)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9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· KAMAKURA · YOKOHAMA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แผนทริปโตเกียว 2026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พฤศจิกายน – 6 ธันวาคม 2026 · 9 วัน · ค้าง Yaesu ติดสถานีโตเกียว (Sardonyx)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0604B"/>
          </a:solidFill>
          <a:ln w="12700">
            <a:solidFill>
              <a:srgbClr val="1D7A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416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7365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9080" y="39319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0604B"/>
          </a:solidFill>
          <a:ln w="12700">
            <a:solidFill>
              <a:srgbClr val="1D7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40416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69080" y="47365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ผู้ใหญ่ + เด็กเล็ก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39319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0604B"/>
          </a:solidFill>
          <a:ln w="12700">
            <a:solidFill>
              <a:srgbClr val="1D7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40416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¥184,720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0" y="47365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งบรวม (≈฿42,486)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สร้างจากแอป Tokyo Trip Planner · 28 ก.ย.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ภาพรวมทริป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804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จัดวันตามทิศทางรถไฟ (geo-clustered) — วันละ 1 โซน ลดเวลาต่อรถ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7406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292608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โซน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แผน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B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งบ/วัน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B4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พ.ย. เสาร์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Yaesu (หน้าสถานีโตเกียว)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ถึงโตเกียว · เช็กอิน 15:00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¥8,280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พ.ย. อาทิตย์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อาซากุสะ (แต่งกิโมโน)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อาซากุสะ · แต่งกิโมโน Hooga 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¥11,440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พ.ย. จันทร์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ใต้: คามาคุระ (ขบวนตรง)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คามาคุระตรงจาก Tokyo Sta.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¥6,670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ธ.ค. อังคาร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ไมฮามะ (Disney)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Tokyo Disneyland 🎢 (คริสต์มาส)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¥22,640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ธ.ค. พุธ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ชิบุยะ–ฮาราจูกุ (แปะก๊วยทอง)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Meiji Jingu + Harajuku + แปะก๊วยทอง 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¥4,240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ธ.ค. พฤหัสบดี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อะซาบูได–ชินางาวะ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teamLab Borderless + Maxell 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¥15,820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ธ.ค. ศุกร์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อิเกบุคุโร + optional (วันเหลือแรง)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Pokémon Mega Ikebukuro + วันเหลือแรง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¥5,630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ธ.ค. เสาร์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ช้อป: Tokyo Sta. + Skytree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เก็บกระเป๋า + ช้อปของฝากสุดท้าย 🛍️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ธ.ค. อาทิตย์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8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กลับกรุงเทพฯ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กลับกรุงเทพฯ ✈️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รวม + ที่พัก 8 คืน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¥184,720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E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325880"/>
            <a:ext cx="3474720" cy="4937760"/>
          </a:xfrm>
          <a:prstGeom prst="roundRect">
            <a:avLst>
              <a:gd name="adj" fmla="val 2632"/>
            </a:avLst>
          </a:prstGeom>
          <a:solidFill>
            <a:srgbClr val="E7F2ED"/>
          </a:solidFill>
          <a:ln/>
          <a:effectLst>
            <a:outerShdw sx="100000" sy="100000" kx="0" ky="0" algn="bl" rotWithShape="0" blurRad="88900" dist="25400" dir="2700000">
              <a:srgbClr val="1B243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จุดเด่นของแผน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58200" y="1965960"/>
            <a:ext cx="3063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ฐานเดียว Yaesu ติดสถานีโตเกียว — รถไฟตรงทุกทิศ ≤1 ชม.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วันสลับหนัก-เบา ทุกวันมีงีบกลางวัน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กิโมโน Hooga ที่อาซากุสะ + แปะก๊วยทอง Meiji Gaien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วันเหลือแรง: Ueno Zoo / Anpanman — เลือกตาม Hooga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 อังคาร · Maxell + Borderless ในร่มกันหนาว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เด็กต่ำกว่า 6 ขวบ รถไฟฟรี · ส่วนใหญ่ค่าเข้าฟรี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พ.ย. เสาร์ · D1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ถึงโตเกียว · เช็กอิน 15:00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Yaesu (หน้าสถานีโตเกียว)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06:55–08:00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เครื่องลง Haneda (T3) + ตม.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 ตม. + รับกระเป๋า ~60 นาที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08:30–09:20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เข้าเมือง → Tokyo Station  🚆¥560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Keikyu → Shinagawa → JR Yamanote · ตั้ง Suica ในมือถือก่อนออกจากสนามบิน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09:30–10:00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ฝากกระเป๋าที่โรงแรม (Yaesu)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Sardonyx Tokyo — เช็กอิน 15:00 ฝากของก่อน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10:15–11:45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เดินสวน Imperial Palace East Gardens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สวนฟรีใกล้โรงแรม — เดินเบาๆ ปรับ jetlag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12:00–13:00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 Ramen Street (B1 สถานี)  (🍜 ¥1,200)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ใต้สถานีตรงข้ามโรงแรม — ซื้อบัตรที่ตู้ก่อนเข้าคิว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13:30–15:00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งีบรอเช็กอิน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เช็กอิน 15:00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15:00–15:30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เช็กอิน + พักห้อง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15:45–16:15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Shibuya  🚆¥210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Yamanote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16:30–17:30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Shibuya SKY ช่วงพระอาทิตย์ตก 🌆  (🎟 ¥4,600)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จอง 14 วันก่อน เที่ยงคืน JST — รอบ sunset หมดไวมาก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18:00–19:00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 Shibuya + Hachiko  (🍜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19:15–19:45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กลับโรงแรม  🚆¥210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Yamanote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¥8,280   ·   ⏳ เหลือแรง: Ginza เดินเย็นถ้ายังไหว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ย่านหน้าสถานีโตเกียว–นิฮงบาชิ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Ramen Street (B1) (~¥1100/คน)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ย่านหน้าสถานีโตเกียว–นิฮงบาชิ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Ramen Street (B1) (~¥1100/คน)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พ.ย. เสาร์ · D1 · ถึงโตเกียว · เช็กอิน 15:00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Yaesu (หน้าสถานีโตเกียว)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Haneda → Yaesu + วันแรก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รถเข็นร่มแบบเบาดีที่สุด — ลิฟต์สถานีเล็กและต้องรอ (Reddit r/JapanTravelTips)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ตั้ง Suica ใน Wallet มือถือตั้งแต่สนามบิน — Tokyo Station ออกประตู Yaesu เดิน 5 นาทีถึง Sardonyx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Ramen Street (B1) ซื้อบัตรที่ตู้ก่อนเข้าคิว เตรียมเงินสด · เลี่ยง 12:00–13:00 (planmyjapan/TripAdvisor)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Shibuya SKY 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เปิดจอง 14 วันก่อน เที่ยงคืน JST (23:00 ไทย) — รอบ sunset หมดใน ~3 นาที ต้องลุ้นเป็น (TripAdvisor/Reddit)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แผนสำรอง: จอบรอบบ่ายแล้วอยู่บนหอจนถึงพระอาทิตย์ตกได้ — เข้าก่อน sunset 30–45 นาทีสวยสุด (Reddit)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ลมบนหอแรง + แดดจ้า — ผ้าห่ม/หมวก Hooga · ฝนตก outdoor ปิดได้ (ทางการ)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🌤🌙 มื้อกลางวัน + เย็น — ย่านหน้าสถานีโตเกียว–นิฮงบาชิ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Tokyo Ramen Street (B1) (~¥1100) — ในแผนอยู่แล้ว · Rokurinsha สึเกเม็งด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Tamahide (นิฮงบาชิ) (~¥1600) — ต้นตำรับโอยาโกด้ง 1800 · รสนุ่ม เด็ก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Kanda Matsuya (~¥1000) — โซบะ 1884 บ้านเก่า · คิวเดินเร็ว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Shiseido Parlour (Ginza edge) (~¥2200) — โอมุไรซ์/สปาเก็ตตี้สไตล์เรโทร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Isomaru Suisan Tokyo Sta. (~¥2500) — ย่างเองที่โต๊ะ เปิดดึก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พ.ย. อาทิตย์ · D2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อาซากุสะ · แต่งกิโมโน Hooga 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อาซากุสะ (แต่งกิโมโน)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08:30–09:00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อาหารเช้า  (🍜 ¥500)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09:00–09:35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Asakusa  🚆¥220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Marunouchi → Ginza 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09:45–10:30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แต่งกิโมโน 👘 (จองร้านล่วงหน้า)  (🎟 ¥6,000)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เลือกร้านที่มีชุดเด็ก 1–2 ขวบ — จองช่วง 09:30-09:45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10:30–12:00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Sensō-ji + Nakamise ถ่ายรูปชุดกิโมโน 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แสงเช้าสวย คนน้อยกว่า — จุดถ่าย Kaminarimon + หอใหญ่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12:00–12:45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มื้อกลางวันอาซากุสะ  (🍜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12:45–13:15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คืนชุดกิโมโน + เดินสั้นๆ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13:15–14:00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Hanayashiki 🎡  (🎟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หน้าหนาวปิด 16:00 — มาช่วงบ่ายแรกพอดี · เด็ก≤4 ขวบขึ้นฟรีส่วนใหญ่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14:15–15:00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กลับโรงแรม  🚆¥220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Ginza → Marunouchi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15:00–16:30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16:45–17:45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เย็นเบาๆ: Tokyo Station ยามค่ำ + Character Street หน้าบ้าน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ตึกอิฐสวยช่วงไฟเปิด — เดิน 3 นาทีถึงบ้าน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18:15–19:15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 Yaesu/Ginza  (🍜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¥11,440   ·   ⏳ เหลือแรง: Nakamise ขนมถนน (ningyo-yaki)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ย่านอาซากุสะ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Tempura Daikokuya (~¥2000/คน)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ย่านอาซากุสะ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Tempura Daikokuya (~¥2000/คน)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พ.ย. อาทิตย์ · D2 · อาซากุสะ · แต่งกิโมโน Hooga 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อาซากุสะ (แต่งกิโมโน)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ร้านกิโมโน Asakusa 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จองล่วงหน้าและเลือกร้านที่ระบุว่ามีชุดเด็กเล็ก/ทารก — ไม่ใช่ทุกร้านมี (web: รีวิวร้านกิโมโน Asakusa)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แต่งช่วง 09:30–10:00 แล้วเดิน Sensō-ji ตอน 10:30 — แสงเช้าสวย คนน้อยกว่ากลางวันมาก (รีวิวทั่วไป)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รองเท้าแตะ/รองเท้าหลุดง่ายใส่มา — ร้านให้ยืมถุงเท้า/tabii อยู่แล้ว (guides)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Sensō-ji + Nakamise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หอใหญ่/อาคารหลักในปิด ~17:00 แต่ลานกลางแจ้งเปิดตลอด — จุดถ่าย Kaminarimon เช้าไฟสวย (รีวิวทั่วไป)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ningyo-yaki ท้าย Nakamise ซื้อง่าย มีกล่องของฝาก (guides)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Hanayashiki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หน้าหนาว (พ.ย.–ก.พ.) เปิด 10:00–16:00 — ต้องมาช่วงกลางวัน แผนเรา 13:15 พอดี (เว็บทางการ)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เด็ก 0–4 ขวบขึ้นส่วนใหญ่ฟรี · ค่าเข้า + จ่ายรายเครื่อง ~¥100–200 (japanforkids/TripAdvisor)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🌤🌙 มื้อกลางวัน + เย็น — ย่านอาซากุสะ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Tempura Daikokuya (~¥2000) — ตำนาน 130 ปี · คิว ~20-40 นาที ไปก่อ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Onigiri Yadoroku (~¥700) — ร้านโนริมากิเก่าแก่สุดของโตเกียว · 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Sushi Zanmai Asakusa (~¥2000) — สายพาน เปิดดึก · ของเด็กไม่ใส่วาซาบิ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Sometaro (~¥1500) — ทอนเองที่โต๊ะ สนุกสำหรับครอบครัว (ระ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Asakusa Gyukatsu (~¥1500) — เนื้อทอดทานกลาง · คิวสั้นกว่าเท็มปุร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พ.ย. จันทร์ · D3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คามาคุระตรงจาก Tokyo Sta.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ใต้: คามาคุระ (ขบวนตรง)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08:00–08:30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อาหารเช้าเร็ว  (🍜 ¥500)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08:30–09:30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ขบวนตรงไป Kamakura  🚆¥990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Yokosuka (ตรง) · ไม่ต้องเปลี่ยนรถ — Hooga นั่งสบาย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09:40–10:00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Enoden ไป Hase  🚆¥190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Enoden 1 สถานี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10:00–11:00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Hase-dera  (🎟 ¥400)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วิวทะเลจากยอดเนิน · บันได — ผูกอุ้ม Hooga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11:05–11:45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Buddha (Kotoku-in) 🗿  (🎟 ¥600)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พระบรอนซ์กลางแจ้ง เดินรอบสั้น รถเข็นไหลได้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11:45–12:45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 Hase  (🍜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Kua'Aina เบอร์เกอร์ / โซบะท้องถิ่น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13:00–13:25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กลับสถานี Kamakura (ผ่าน Komachi)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เดิน/Enoden · ของกินถนน Komachi ถ้าผ่าน — ไม่ตั้งใจ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13:30–14:30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กลับโตเกียว (งีบบนรถ)  🚆¥990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Yokosuka (ตรง)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14:45–16:15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งีบโรงแรม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วันเดียวที่ไกล — ให้เวลาพักเต็มที่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17:00–18:00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ชิลหน้าบ้าน: คาเฟ่/Ginza เดินเบา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18:30–19:30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  (🍜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¥6,670   ·   ⏳ เหลือแรง: Enoden นั่งเล่น 1–2 สถานีถ้าแรงเหลือ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ย่านคามาคุระ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Tobiuo (ติดสถานี) (~¥1300/คน)  ·  Sasagawa (Hase) (~¥1500/คน)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ย่านคามาคุระ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Tobiuo (ติดสถานี) (~¥1300/คน)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พ.ย. จันทร์ · D3 · คามาคุระตรงจาก Tokyo Sta.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ใต้: คามาคุระ (ขบวนตรง)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รถไฟ Tokyo Sta. → Kamakura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JR Yokosuka ขบวนตรงจาก Tokyo Station ~57 นาที ไม่ต้องเปลี่ยน — นั่งชิวกว่าเปลี่ยนที่ Yokohama (Japan Guide/JR)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Hooga &lt;6 ขวบฟรี — อุ้มบนตักผ่านประตู Suica ได้เลย (กฎ JR)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Kamakura (Hase + พระใหญ่)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พระใหญ่เดินรอบสั้น รถเข็นไหลได้ · Hase-dera บันได+ทางชัน — ผูกอุ้มสะพายจะสบายกว่า (Reddit/onedayaway)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สูตรครอบครัว: รถเข็น + ผูกอุ้มสำรอง — ลานพระใช้รถเข็น เข้าวัดสลับอุ้ม (Lemon8/geminiconnect)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Enoden บ่ายแน่นได้ ถ้าคิวยาว เดิน/แท็กซี่ Hase≈10 นาทีก็ถึง (inference จากรีวิว)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🌤🌙 มื้อกลางวัน + เย็น — ย่านคามาคุระ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Tobiuo (ติดสถานี) (~¥1300) — ขาวสะอาด อาหารเด็กกินได้ · ไม่ต้องรอ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Sasagawa (Hase) (~¥1500) — ร้านเก่าแก่หลังเนิน · เดินจาก Hase-d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Kua'Aina Hase (~¥1500) — เบอร์เกอร์ฮาวายเลื่องชื่อ · เด็กกินง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Yoroppaken (Komachi) (~¥1100) — แกงยุโรปบ้านเก่า · เมนูเด็กมี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ธ.ค. อังคาร · D4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Disneyland 🎢 (คริสต์มาส)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ไมฮามะ (Disney)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07:30–08:00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อาหารเช้าเร็ว  (🍜 ¥500)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08:00–08:35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Disney  🚆¥220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Keiyo (ตรง ~15 นาที) · ชานชาลา Keiyo ไกล — เผื่อเดิน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09:00–12:00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เข้าสวน + Fantasyland + Toontown  (🎟 ¥17,200)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บัตร 2 ผู้ใหญ่ (ซื้อล่วงหน้าระบุวัน) · Hooga &lt;4 ขวบฟรี · เช่ารถเข็นในสวน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12:00–13:00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มื้อกลางวันในสวน  (🍜 ¥2,500)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จองรอบอาหารผ่านแอปตั้งแต่เช้า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13:00–15:00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งีบในรถเข็น + เครื่องเล่นเด็ก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Baby Center: เปลี่ยนผ้าอ้อม/อุ่มนม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15:00–18:00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เครื่องเล่นเพิ่ม + พาเหรดคริสต์มาส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ธีมคริสต์มาสถึง 25 ธ.ค. — ยืนดูริมทางเดินหลัก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18:00–19:00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มื้อเย็นในสวน  (🍜 ¥2,000)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ถ้าเพลีย ออกก่อนได้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19:10–19:45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กลับโรงแรม  🚆¥220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Keiyo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¥22,640   ·   ⏳ เหลือแรง: ป๊อปคอร์นรสตามฤดู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ย่านไมฮามะ (Disney)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ร้านในสวน (Queen of Hearts ฯลฯ) (~¥2500/คน)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ย่านไมฮามะ (Disney)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ร้านในสวน (Queen of Hearts ฯลฯ) (~¥2500/คน)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ธ.ค. อังคาร · D4 · Tokyo Disneyland 🎢 (คริสต์มาส)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ไมฮามะ (Disney)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บัตร + เข้าสวน Disney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Hooga (ต่ำกว่า 4 ขวบ) เข้าฟรี · ผู้ใหญ่บัตรตามวัน หลังขึ้นราคา ต.ค. 2025 แพงสุด ~¥12,400 — ซื้อออนไลน์ระบุวันล่วงหน้า (เว็บทางการ TDR)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จองร้านอาหารในสวน (Priority Seating) ผ่านแอปตั้งแต่เช้า — มื้อกลางวันคิวยาวมาก (familyintokyo)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คิวเครื่องเล่นฮิต 90+ นาที เป็นเรื่องปกติ — วัย Hooga เล่น Fantasyland/Toontown พอ (Reddit r/DisneyPlanning)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รถเข็น + Baby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เช่ารถเข็นในสวน ~¥1,000/วัน หรือพาของเราไป — จุดจอดรถเข็นมีทุกเครื่องเล่น (familyintokyo)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Baby Center: เปลี่ยนผ้าอ้อม ห้องให้นม อุ่นนม — จำตำแหน่งจากแผนที่ในแอป (emmajaneexplores)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จังหวะวัน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งีบในรถเข็นช่วงบ่าย = กลยุทธ์มาตรฐานครอบครัวญี่ปุ่น เดินช้า พักบ่อย (guides)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พาเหรดคริสต์มาสบ่ายแก่ — ยืนดูริมทางเดินหลักได้ ไม่ต้องยืนจองจุดล่วงหน้านาน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🌤🌙 มื้อกลางวัน + เย็น — ย่านไมฮามะ (Disney)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ร้านในสวน (Queen of Hearts ฯลฯ) (~¥2500) — อยู่ในงบแผนอยู่แล้ว · จองรอบอาหารผ่า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Rainforest Cafe Ikspiari (~¥3000) — สัตว์จักรกล+ฟ้าผ่ารอบโต๊ะ เด็กชอบมาก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Ikspiari Food Court (~¥1200) — เลือกง่าย ที่นั่งเยอะ ติดสถานี Maiha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ธ.ค. พุธ · D5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Meiji Jingu + Harajuku + แปะก๊วยทอง 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ชิบุยะ–ฮาราจูกุ (แปะก๊วยทอง)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08:30–09:00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อาหารเช้า  (🍜 ¥500)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09:05–09:25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Harajuku  🚆¥210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Yamanote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09:30–11:00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Meiji Jingu ⛩ เช้าเงียบ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ป่าในกลางเมือง — ทางเดินกว้าง รถเข็นสบาย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Takeshita + Omotesando เดินเบาๆ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Omotesando Hills แวะเดินเบา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12:15–13:15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 Harajuku  (🍜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Maisen โทนคัตสึ / เกี๊ยว Lou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13:35–14:00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กลับโรงแรม  🚆¥210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Yamanote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14:00–15:30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15:45–16:00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Meiji Gaien  🚆¥160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Chuo-Sobu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16:00–17:00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ถนนแปะก๊วย Meiji Gaien 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ไฟส้มยามเย็นสวยสุด ~16:00-16:30 ก่อนพระอาทิตย์ตก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17:15–18:00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 + พัก  🚆¥160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Chuo-Sobu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18:30–19:30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  (🍜 ¥1,500)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¥4,240   ·   ⏳ เหลือแรง: KITTE หลังคาชมสถานี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ย่านHarajuku/Omotesando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Maisen Tonkatsu (Omotesando) (~¥1600/คน)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ย่านHarajuku/Omotesando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Maisen Tonkatsu (Omotesando) (~¥1600/คน)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ธ.ค. พุธ · D5 · Meiji Jingu + Harajuku + แปะก๊วยทอง 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ชิบุยะ–ฮาราจูกุ (แปะก๊วยทอง)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Meiji Jingu 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เข้าทาง Harajuku gate ตอนเช้า ~9:30 คนน้อยและเงียบสุด — ทางเดินกรับเบิลกว้าง รถเข็นสบาย (รีวิวทั่วไป)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น้ำมันเจอะ? — บริเวณวัดมีของประดับฤดู ถ่ายรูปสวยแต่ห้ามปีน (ทางการ)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Harajuku + Omotesando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Takeshita ช่วงเช้าวันธรรมดายังโล่ง — คนเพิ่มช่วงบ่าย (TripAdvisor)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Omotesando Hills ล็อบบี้กว้าง ลิฟต์ใหญ่ — เดินหนีร้อน/หนาวกับรถเข็นได้ (guides)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ถนนแปะก๊วย Meiji Gaien 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พีคเหลืองทอง ~ปลาย พ.ย.–ต้น ธ.ค. พอดีช่วงเรา — ไฟส้มยามเย็นสวยสุด ~16:00–16:30 (Japan Guide/inference)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ปิดถนนสำหรับรถบางช่วงฤดู — เดินกลางถนนถ่ายรูปได้ (ขึ้นกับปี)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🌤🌙 มื้อกลางวัน + เย็น — ย่านHarajuku/Omotesando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Maisen Tonkatsu (Omotesando) (~¥1600) — โทนคัตสึดัง · มีเมนูเด็ก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Harajuku Gyoza Lou (~¥800) — เกี๊ยวซ่า คิวเร็ว เด็กกินง่าย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Afuri Ramen Harajuku (~¥1000) — ราเมนยูซุไม่เผ็ด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คาเฟ่ขนม Takeshita (~¥1200) — ถ้าคิวไม่ยาว — ของหวานน่ารัก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ธ.ค. พฤหัสบดี · D6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teamLab Borderless + Maxell 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อะซาบูได–ชินางาวะ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08:30–09:00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อาหารเช้า  (🍜 ¥500)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09:05–09:30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Azabudai Hills  🚆¥190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Marunouchi → Hibiya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09:30–11:30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teamLab Borderless 🎨 (รอบแรก)  (🎟 ¥6,400)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ไม่มีน้ำเหมาะเด็กกว่า Planets · อุ้มแทนรถเข็น (ห้ามเข็นใน) · ≤3 ขวบฟรี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11:45–12:45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 Azabudai Hills  (🍜 ¥1,500)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ฟู้ดฮอลล์เลือกเยอะ มีมุมเด็ก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13:05–13:30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กลับโรงแรม  🚆¥190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Hibiya → Marunouchi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13:30–15:15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15:35–15:50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Maxell Aqua Park  🚆¥170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Yamanote · ติดสถานีชินางาวะ ออกปุ๊บถึง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16:00–18:00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Maxell Aqua Park 🐬  (🎟 ¥5,200)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เช็กตารางโชว์โลมา (~15 นาที/รอบ) แล้ววางแผนเดิน · คาร์เซลเด็กชอบ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18:15–19:15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 Shinagawa ekinaka  (🍜 ¥1,500)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เลือกง่าย ใกล้ Maxell มาก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19:25–19:40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กลับโรงแรม  🚆¥170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 Yamanote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¥15,820   ·   ⏳ เหลือแรง: Azabudai Garden Plaza เดินเบา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ย่านAzabudai Hills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Azabudai Hills Market (ฟู้ดฮอลล์) (~¥1500/คน)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ย่านชินางาวะ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Paradise (Shinagawa Prince) (~¥3200/คน)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ธ.ค. พฤหัสบดี · D6 · teamLab Borderless + Maxell 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อะซาบูได–ชินางาวะ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teamLab Borderless 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เลือก Borderless ถูกแล้ว — ไม่มีน้ำ บรรยากาศเหมาะเด็กเล็กกว่า Planets ชัดเจน (Reddit/roamingcrew)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รถเข็นเข้าไม่ได้ — ฝากที่ล็อกเกอร์ ใช้ผูกอุ้มตลอด · ≤3 ขวบเข้าฟรี (ทางการ/รีวิว)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จองรอบแรก 09:00–10:00 — คนทึ่มเข้า 9:30–10:00 เป็นกลุ่มใหญ่ รอบแรกสบายสุด (Reddit)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Azabudai Hills มีห้องให้นม/เปลี่ยนผ้าอ้อม — เป็นย่าน kid-friendly มาก (wanderlog)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Maxell Aqua Park 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โชว์โลมา ~15 นาที/รอบหลายรอบต่อวัน — เช็กบอร์ดตารางก่อนเข้า แล้ววางเดินย้อนจากรอบที่จะดู (TripAdvisor)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ป้อนอาหารโลมา ¥700 หมดไว — อยากได้ซื้อตั้งแต่เข้า · ให้อาหารคาปิบาร่า ¥200 (TripAdvisor FAQ)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รอบแรกของวันเหมาะกับเด็กเล็กสุด (ก่อนหิว-ง่วง) · คาร์เซลเด็กชอบมาก (japanforkids/Reddit)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ย่านAzabudai Hills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Azabudai Hills Market (ฟู้ดฮอลล์) (~¥1500) — เลือกเยอะ มีมุมเด็ก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Hoshino Coffee Azabudai (~¥1000) — พักชา/ขนมหวาน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ร้านใน Garden Plaza (~¥1300) — เดินเลือกตามสบาย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ย่านชินางาวะ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Eat Paradise (Shinagawa Prince) (~¥3200) — บุฟเฟ่ต์ใหญ่ มีมุมเด็ก · คุ้มถ้าหิวม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Ekinaka ชินางาวะ (~¥1000) — เลือกเยอะ ใกล้ Maxell มาก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ธ.ค. ศุกร์ · D7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Mega Ikebukuro + วันเหลือแรง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อิเกบุคุโร + optional (วันเหลือแรง)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08:30–09:00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อาหารเช้า  (🍜 ¥500)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09:05–09:30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Ikebukuro  🚆¥210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Marunouchi (ตรง ~18 นาที)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09:30–11:30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Pokémon Center Mega Tokyo ⚡ + Sunshine 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ใหญ่สุดในญี่ปุ่น ไม่ต้องจอง — ทดแทน Pokémon Café ที่ต้องลุ้นจอง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11:45–12:45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 Ikebukuro  (🍜 ¥1,500)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ในตึกเดียวกัน — ไม่ต้องแพ็กของ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13:05–13:30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กลับโรงแรม  🚆¥210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Marunouchi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13:30–15:00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15:15–17:00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⏳ Optional เลือกตามแรง: Ueno Zoo / Anpanman / พัก  (🎟 ¥1,200)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Zoo: รีบไปแพนด้าก่อนเข้าสุดท้าย ~16:00 (JR 8 นาที) · Anpanman: ต้องจองออนไลน์ล่ว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17:20–18:00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 + พัก  🚆¥210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JR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18:00–18:45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ไฟ Marunouchi Illumination 🎆 (หน้าบ้าน)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mid-พ.ย.–ก.พ. ฟรี — ตึกอิฐ + ถนน Nakadori สวยสุดหลัง 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19:00–20:00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มื้อเย็นปิดสัปดาห์  (🍜 ¥1,800)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¥5,630   ·   ⏳ เหลือแรง: Sunshine City ร้านของเล่นรอบๆ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ย่านIkebukuro (Sunshine City)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Sunshine City Alpa ฟู้ดคอร์ท (~¥1200/คน)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ย่านIkebukuro (Sunshine City)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Sunshine City Alpa ฟู้ดคอร์ท (~¥1200/คน)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ธ.ค. ศุกร์ · D7 · Pokémon Mega Ikebukuro + วันเหลือแรง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อิเกบุคุโร + optional (วันเหลือแรง)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Pokémon Center Mega Tokyo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สาขาใหญ่สุดในญี่ปุ่น อยู่ Sunshine City — เดินจากสถานี Ikebukuro ~8 นาที ไม่ต้องจอง (ทางการ Pokémon)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เช้าวันธรรมดาคนน้อยสุด · ของลิมิเต็ตหมุนเวียน — เช็กก่อนซื้อที่สาขาอื่น (รีวิว)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(ที่เลือกแทน Pokémon Café ที่ต้องลุ้นจอง 31 วันก่อน — ไม่เสี่ยงพลาดแผน) (inference)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Ueno Zoo / Anpanman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Ueno Zoo: คิวแพนด้ายาวเป็นชั่วโมงช่วงพีค — เข้าเร็วแล้วตรงไปแพนด้าก่อน เลิกขายบัตรเข้าแพนด้า ~16:00 (TripAdvisor/ฟอรัม)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Anpanman: ต้องจองออนไลน์ล่วงหน้าเท่านั้น ไม่มีขายหน้างาน — ตัดสินใจก่อน ~1 สัปดาห์ (japanforkids/trip.com)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สองอย่างนี้คือแผนสำรอง — ถ้า Hooga เพลีย พักโรงแรม + ไฟ Marunouchi ก็ครบวันแล้ว (แผนเรา)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ไฟ Marunouchi (หน้าบ้าน)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ฟรี ทั้งถนน Nakadori + หน้าตึกอิฐ — ถ่ายจากฝั่ง Marunouchi หลัง 18:00 ไฟเต็มที่สวยสุด (ข้อมูลทั่วไป)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🌤🌙 มื้อกลางวัน + เย็น — ย่านIkebukuro (Sunshine City)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Sunshine City Alpa ฟู้ดคอร์ท (~¥1200) — ในตึกเดียวกับ Pokémon Center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Ichiran Ikebukuro (~¥1000) — บูธส่วนตัว คิวเดินเร็ว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Saizeriya Sunshine City (~¥800) — โต๊ะกว้าง รถเข็นเข้าได้ เมนูเด็ก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E057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ธ.ค. เสาร์ · D8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เก็บกระเป๋า + ช้อปของฝากสุดท้าย 🛍️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ช้อป: Tokyo Sta. + Skytree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6400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เวลา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กิจกรรม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การเดินทาง / หมายเหตุ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08:30–09:00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อาหารเช้า  (🍜 ¥500)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09:15–11:00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ช้อป Character Street + KITTE (หน้าบ้าน)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เช้าเสาร์ยังโล่ง · Pokémon Store สาขาสถานีอยู่ตรงนี้ด้วย · งบของฝากแยกต่างหาก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11:00–12:00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เก็บกระเป๋า + พัก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แพ็กให้เสร็จก่อนออกรอบเย็น — พรุ่งนี้บิน 10:35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12:00–13:00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มื้อกลางวัน  (🍜 ¥1,500)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13:15–14:45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งีบบ่ายสุดท้าย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15:00–15:35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ไป Skytree  🚆¥280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Marunouchi → Hanzomon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15:35–17:30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ช้อปของฝาก Tokyo Solamachi 🛍️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KitKat Tokyo · Tokyo Banana · ร้านการ์ตูน — ครบจบที่เดียว รถเข็นสบาย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17:45–18:45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มื้อเย็นพิเศษส่งท้าย  (🍜 ¥2,500)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มื้อส่งท้ายทริป เลือกตามใจ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19:00–19:45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เดินชมไฟ Skytree รอบตึก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ไฟประดับตึกสวย · ถ่ายรูปรอบๆ พอ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5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19:55–20:40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กลับ + Don Quijote Ueno รอบสุดท้าย  🚆¥220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975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🚆 Hanzomon/Asakusa Line + JR · Donki Ueno เปิด 24 ชม. — ทางผ่านกลับบ้าน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19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งบวันนี้ ¥5,000   ·   ⏳ เหลือแรง: หอ Skytree ขึ้นชมถ้าอยาก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59168" y="1115568"/>
            <a:ext cx="466344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6E0D2"/>
            </a:solidFill>
            <a:prstDash val="solid"/>
          </a:ln>
          <a:effectLst>
            <a:outerShdw sx="100000" sy="100000" kx="0" ky="0" algn="bl" rotWithShape="0" blurRad="88900" dist="25400" dir="2700000">
              <a:srgbClr val="1B2430">
                <a:alpha val="16000"/>
              </a:srgbClr>
            </a:outerShdw>
          </a:effectLst>
        </p:spPr>
      </p:sp>
      <p:pic>
        <p:nvPicPr>
          <p:cNvPr id="10" name="Image 0" descr="/Users/user/Library/CloudStorage/OneDrive2-GofiveCompanyLimited/Mc AI project/trip-planner/pptx-assets/day-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608" y="1207008"/>
            <a:ext cx="4480560" cy="2816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0608" y="4041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เส้นทางจริงของวันนี้ (เดิน = เส้นเขียว · รถไฟ = เส้นน้ำเงินประะ)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059168" y="4370832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7EBCB"/>
          </a:solidFill>
          <a:ln/>
        </p:spPr>
      </p:sp>
      <p:sp>
        <p:nvSpPr>
          <p:cNvPr id="13" name="Text 9"/>
          <p:cNvSpPr/>
          <p:nvPr/>
        </p:nvSpPr>
        <p:spPr>
          <a:xfrm>
            <a:off x="72694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ตัวเลือกร้านแนะนำของวันนี้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มื้อกลางวัน — ย่านสกายทรี/โซลามาจิ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51023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Solamachi Food Court (10F) (~¥1200/คน)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69480" y="5669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มื้อเย็น — ย่านสกายทรี/โซลามาจิ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5943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Solamachi Food Court (10F) (~¥1200/คน)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0" y="6409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เลือกสดตอนไปถึง — ดูตัวเลือกเพิ่มกด 🍜 ในแอป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58368" cy="658368"/>
          </a:xfrm>
          <a:prstGeom prst="ellipse">
            <a:avLst/>
          </a:prstGeom>
          <a:solidFill>
            <a:srgbClr val="0E5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เจาะลึก: Tips &amp; อาหาร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658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ธ.ค. เสาร์ · D8 · เก็บกระเป๋า + ช้อปของฝากสุดท้าย 🛍️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</a:t>
            </a:r>
            <a:pPr algn="r" indent="0" marL="0">
              <a:buNone/>
            </a:pPr>
            <a:r>
              <a:rPr lang="en-US" sz="1150" dirty="0">
                <a:solidFill>
                  <a:srgbClr val="0E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ช้อป: Tokyo Sta. + Skytree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สถานที่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Tips จากรีวิวคนจริง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Tokyo Character Street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30+ ร้านการ์ตูนใต้สถานี — Pokémon Store สาขาสถานีมีของลิมิเต็ตเฉพาะสาขา แน่นสุดช่วงกลางวัน มาเช้า (TripAdvisor/Facebook)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อยู่หน้าโรงแรมพอดี — ยัดของได้ทุกเมื่อก่อนขึ้นรถ แม้แต่วันสุดท้าย (แผนเรา)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Solamachi (Skytree)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ของลิมิเต็ต "มีแต่ที่นี่" เยอะมาก — KitKat รสพิเศษ + Tokyo Banana ครบจบในที่เดียว (เว็บทางการ Solamachi)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ฟู้ดคอร์ทชั้น 10 มีมุมเด็ก/เปลี่ยนผ้าอ้อม · ช่วงเย็นคิวร้านของฝากยาว — แผนเรา 15:45 พอดี (แผนเรา)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5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 Quijote Ueno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เปิด 24 ชม. — คืนก่อนบินยัดของได้สบาย ไม่ต้องรีบ (ข้อมูลร้าน)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tax-free เมื่อยอดรวม ≥¥5,000/ใบเสร็จ ยื่นพาสปอร์ตที่เคาน์เตอร์ (กฎทั่วไป)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7395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9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 tips: รีวิวสาธารณะ — Reddit · TripAdvisor · เว็บทางการ · บล็อกครอบครัว (ลิงก์เต็มอยู่ใน Notes ของสไลด์นี้)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360920" y="1188720"/>
            <a:ext cx="4343400" cy="5029200"/>
          </a:xfrm>
          <a:prstGeom prst="roundRect">
            <a:avLst>
              <a:gd name="adj" fmla="val 1684"/>
            </a:avLst>
          </a:prstGeom>
          <a:solidFill>
            <a:srgbClr val="F7EBCB"/>
          </a:solidFill>
          <a:ln/>
        </p:spPr>
      </p:sp>
      <p:sp>
        <p:nvSpPr>
          <p:cNvPr id="10" name="Text 7"/>
          <p:cNvSpPr/>
          <p:nvPr/>
        </p:nvSpPr>
        <p:spPr>
          <a:xfrm>
            <a:off x="7571232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ทุกตัวเลือกอาหารของวันนี้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1600200"/>
            <a:ext cx="39502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🌤🌙 มื้อกลางวัน + เย็น — ย่านสกายทรี/โซลามาจิ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Solamachi Food Court (10F) (~¥1200) — ในแผนอยู่แล้ว · เลือก 10+ ร้าน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Katsuya Solamachi (~¥800) — เร็ว อิ่ม ถูก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Momo Paradise Solamachi (~¥2200) — ชาบุหม้อเดี่ยว เด็กกินผักได้ง่าย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Sky Restaurant 634 (~¥4500) — มื้อพิเศษบนชั้นสูง — ถ้าอยากเว่อร์ปิ</a:t>
            </a:r>
            <a:endParaRPr lang="en-US" sz="10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5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(เลือกสดตอนถึง — ไม่ต้องจอง ยกเว้น Pokémon Café)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เช็กลิสต์ก่อนเที่ยว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57607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พ.ย. 23:00 (ไทย) — จอง Shibuya SKY (รอบ sunset 28 พ.ย.)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เดือนก่อน — จองตั๋ว Disneyland (อังคาร 1 ธ.ค.)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เดือนก่อน — จองร้านกิโมโน Asakusa (อาทิตย์ 29 พ.ย.)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เดือนก่อน — ซื้อบัตร teamLab Borderless (รอบ 09:00–10:00)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สัปดาห์ — ซื้อบัตร Maxell Aqua Park (พฤหัส)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ถ้าจะไป — (Optional) บัตร Anpanman Museum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เดือนก่อน — จองโรงแรม Sardonyx Tokyo (Yaesu) 8 คืน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□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ก่อนบิน — เตรียม Suica + eSIM/pocket wifi + ประกันเดินทาง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040880" y="411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เคล็ดลับต้นธันวา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040880" y="10972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อากาศ 8–15°C แห้ง ฝนน้อย — แจ็กเก็ตบาง+ผ้าห่มรถเข็นให้ Hooga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พระอาทิตย์ตก ~16:30 — outdoor ก่อนบ่ายสาม แล้วต่อในร่ม/ดูไฟ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ไฟหน้าบ้าน: Marunouchi Illumination (D7) + Tokyo Station ยามค่ำ (D2)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 ธีมคริสต์มาสถึง 25 ธ.ค. · แปะก๊วยพีคช่วงนี้พอดี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วันเสาร์ (D8) คนเยอะสุด — จัดเป็นวันเก็บกระเป๋า+ช้อปหน้าบ้าน→Solamachi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E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ปิดปีใหม่เริ่ม ~29 ธ.ค. — ช่วงเราปกติเต็มที่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0" y="4572000"/>
            <a:ext cx="4572000" cy="1554480"/>
          </a:xfrm>
          <a:prstGeom prst="roundRect">
            <a:avLst>
              <a:gd name="adj" fmla="val 5882"/>
            </a:avLst>
          </a:prstGeom>
          <a:solidFill>
            <a:srgbClr val="10604B"/>
          </a:solidFill>
          <a:ln w="12700">
            <a:solidFill>
              <a:srgbClr val="1D7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แอปประกอบแผน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69480" y="5029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aphiwatgo5.github.io/tokyo-trip-planner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รหัสผ่าน: hoogaati → hoogaati · แก้แผนได้สด แล้ว sync Excel สองทาง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Tokyo Trip 2026 — Day by Day</dc:title>
  <dc:subject>PptxGenJS Presentation</dc:subject>
  <dc:creator>Tokyo Trip Planner</dc:creator>
  <cp:lastModifiedBy>Tokyo Trip Planner</cp:lastModifiedBy>
  <cp:revision>1</cp:revision>
  <dcterms:created xsi:type="dcterms:W3CDTF">2026-09-27T03:56:16Z</dcterms:created>
  <dcterms:modified xsi:type="dcterms:W3CDTF">2026-09-27T03:56:16Z</dcterms:modified>
</cp:coreProperties>
</file>