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99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 · KAMAKURA · YOKOHAMA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แผนทริปโตเกียว 2026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พฤศจิกายน – 6 ธันวาคม 2026 · 9 วัน · ค้างอูเอโนะทุกคืน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10604B"/>
          </a:solidFill>
          <a:ln w="12700">
            <a:solidFill>
              <a:srgbClr val="1D7A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041648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473659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3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069080" y="39319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10604B"/>
          </a:solidFill>
          <a:ln w="12700">
            <a:solidFill>
              <a:srgbClr val="1D7A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69080" y="4041648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069080" y="473659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3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ผู้ใหญ่ + เด็กเล็ก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0" y="39319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10604B"/>
          </a:solidFill>
          <a:ln w="12700">
            <a:solidFill>
              <a:srgbClr val="1D7A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4041648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¥232,380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315200" y="473659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3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งบรวม (≈฿53,447)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63093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A9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สร้างจากแอป Tokyo Trip Planner · 28 ก.ย.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02920" cy="502920"/>
          </a:xfrm>
          <a:prstGeom prst="ellipse">
            <a:avLst/>
          </a:prstGeom>
          <a:solidFill>
            <a:srgbClr val="0E5B47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2743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ภาพรวมทริป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80467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จัดวันตามทิศทางรถไฟ (geo-clustered) — วันละ 1 โซน ลดเวลาต่อรถ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7406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20240"/>
                <a:gridCol w="292608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โซน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B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แผน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B4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งบ/วัน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B4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พ.ย. เสาร์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อูเอโนะ (ใกล้บ้าน)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ถึงโตเกียว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¥7,040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พ.ย. อาทิตย์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อูเอโนะ–อาซากุสะ (ฝั่งเดียวกัน)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Ueno Zoo + Hanayashiki + Asakusa 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¥13,120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พ.ย. จันทร์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ไมฮามะ (ตะวันออก)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Tokyo Disneyland 🎢 (คริสต์มาส)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¥31,620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ธ.ค. อังคาร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ใต้: โยโกฮามะ + คามาคุระ (สายเดียวกัน)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Anpanman + Kamakura วันเดียว 🐜🗿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¥18,900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ธ.ค. พุธ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โทโยซุ (ตะวันออก) + บ้าน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teamLab + วันพักกลางสัปดาห์ 🎨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¥16,100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ธ.ค. พฤหัส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ซุอิโดบาชิ–บุงเกียว (ติดบ้าน)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Asobono! + ไฟ Tokyo Dome City 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¥10,840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ธ.ค. ศุกร์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กลางเมือง: หน้าสถานีโตเกียว–ชินางาวะ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Pokémon Café + Maxell + ไฟ Marunouchi 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¥18,260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ธ.ค. เสาร์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อูเอโนะ + สกายทรี (ปิดท้ายใกล้บ้าน)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เก็บกระเป๋า + ช้อปของฝากสุดท้าย 🛍️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¥10,260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ธ.ค. อาทิตย์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284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กลับกรุงเทพฯ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กลับกรุงเทพฯ ✈️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¥2,240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รวม + ที่พัก 8 คืน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D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E5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¥232,380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D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325880"/>
            <a:ext cx="3474720" cy="4937760"/>
          </a:xfrm>
          <a:prstGeom prst="roundRect">
            <a:avLst>
              <a:gd name="adj" fmla="val 2632"/>
            </a:avLst>
          </a:prstGeom>
          <a:solidFill>
            <a:srgbClr val="E7F2ED"/>
          </a:solidFill>
          <a:ln/>
          <a:effectLst>
            <a:outerShdw sx="100000" sy="100000" kx="0" ky="0" algn="bl" rotWithShape="0" blurRad="88900" dist="25400" dir="2700000">
              <a:srgbClr val="1B2430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58200" y="1554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จุดเด่นของแผน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458200" y="1965960"/>
            <a:ext cx="3063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Anpanman + Kamakura วันเดียวจบ (ลงใต้ครั้งเดียว)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วันสลับหนัก-เบา ทุกวันมีงีบกลางวัน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เช้า / ในร่มบ่าย (พระอาทิตย์ตก 16:30)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Illumination ฤดูหนาว: Dome City, Marunouchi, ริมอ่าวโยโกฮามะ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Disney วันจันทร์ (คนน้อยสุด) + ธีมคริสต์มาส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เด็กต่ำกว่า 6 ขวบ รถไฟฟรี · ส่วนใหญ่ค่าเข้าฟรี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พ.ย. เสาร์ · D1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ถึงโตเกียว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อูเอโนะ (ใกล้บ้าน)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06:55–08:00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เครื่องลง Haneda (T3) + ตม.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ผ่าน ตม. + รับกระเป๋า ~60 นาที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08:30–09:15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เข้าเมือง  🚆¥1,040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Keikyu → Shinagawa → JR Yamanote · ตั้ง Suica ในมือถือก่อนออกจากสนามบิน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09:30–10:00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ฝากกระเป๋าที่โรงแรม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เช็กอินบ่าย ฝากของก่อน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10:00–12:00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พัก/คาเฟ่ ให้เด็กปรับเวลา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12:00–13:00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มื้อกลางวันเบาๆ  (🍜 ¥2,500)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Kura Sushi / Marugame — เดินเลือกได้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13:30–16:00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งีบยาว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เช็กอิน 15:00 · ให้เวลาปรับ jetlag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16:30–18:00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เดินเล่น Ueno Park / Ameyoko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แปะก๊วยหางฤดูใบไม้ร่วง ~ต้น ธ.ค.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18:30–19:30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 + นอนเร็ว  (🍜 ¥3,500)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เก็บแรงไว้พรุ่งนี้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¥7,040   ·   ⏳ เหลือแรง: Ameyoko ของว่างกลางคืนถ้ายังไหว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ย่านอูเอโนะ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 Sushi Okachimachi (~¥1500/คน)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ย่านอูเอโนะ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 Sushi Okachimachi (~¥1500/คน)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พ.ย. อาทิตย์ · D2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Ueno Zoo + Hanayashiki + Asakusa 🎡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อูเอโนะ–อาซากุสะ (ฝั่งเดียวกัน)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08:30–09:00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อาหารเช้า  (🍜 ¥1,500)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09:30–11:30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Ueno Zoo  (🎟 ¥1,200)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เช้าสัตว์ตื่น · ทางเดินกว้าง รถเข็นสะดวก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11:45–12:30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  (🍜 ¥2,500)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เดินเลือกตามสะดวก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12:45–14:45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งีบที่โรงแรม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กลับมานอนกลางวัน — บ้านใกล้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15:00–15:10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ไป Asakusa  🚆¥360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Tokyo Metro Ginza 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15:15–17:00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Hanayashiki 🎡 (รวมวันเดียวกับ Asakusa)  (🎟 ¥3,200)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สวนสนุกเก่าแก่ 1853 · ≤4 ขวบฟรี จ่ายรายเครื่อง ~¥100–200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17:00–18:00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Senso-ji + Nakamise ช่วงพลบค่ำ  (🍜 ¥1,000)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ไฟอ่อนสวย คนน้อยลงตอนเย็น · ขนม ningyo-yaki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18:15–19:00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 Asakusa  (🍜 ¥3,000)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เดินเลือกได้ — หลวมๆ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19:15–19:25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กลับโรงแรม  🚆¥360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Tokyo Metro Ginza 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¥13,120   ·   ⏳ เหลือแรง: Kappabashi ถนนร้านครัว (ต่อจาก Asakusa)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ย่านอาซากุสะ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Tempura Daikokuya (~¥2000/คน)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ย่านอาซากุสะ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Tempura Daikokuya (~¥2000/คน)  ·  Onigiri Yadoroku (~¥700/คน)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พ.ย. จันทร์ · D3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 Disneyland 🎢 (คริสต์มาส)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ไมฮามะ (ตะวันออก)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07:30–08:00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อาหารเช้าเร็ว  (🍜 ¥1,200)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08:00–08:50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เดินทางไป Disney  🚆¥460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Yamanote→Tokyo→JR Keiyo→Maihama · ชานชาลา Keiyo ที่ Tokyo ไกล เผื่อเดิน ~1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09:00–12:00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เข้าสวน + Fantasyland + Toontown  (🎟 ¥18,000)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โซนเด็กเล็กสุด · เช่ารถเข็นในสวน · ใช้ Baby Center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12:00–13:00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มื้อกลางวันในสวน  (🍜 ¥5,000)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13:00–15:00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งีบในรถเข็น + เครื่องเล่นเด็ก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15:00–18:00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เครื่องเล่นเพิ่ม + พาเหรดคริสต์มาส  (🍜 ¥1,500)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ของว่าง/ป๊อปคอร์น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18:00–19:00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  (🍜 ¥5,000)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ถ้า Hooga เพลีย กลับก่อนได้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19:00–19:50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เดินทางกลับ  🚆¥460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Keiyo→Tokyo→Yamanote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¥31,620   ·   ⏳ เหลือแรง: Ikspiari มื้อเย็น/ช้อปหน้าสถานี Maihama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ย่านไมฮามะ (Disney)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ร้านในสวน (Queen of Hearts ฯลฯ) (~¥2500/คน)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ย่านไมฮามะ (Disney)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ร้านในสวน (Queen of Hearts ฯลฯ) (~¥2500/คน)  ·  Rainforest Cafe Ikspiari (~¥3000/คน)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ธ.ค. อังคาร · D4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Anpanman + Kamakura วันเดียว 🐜🗿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ใต้: โยโกฮามะ + คามาคุระ (สายเดียวกัน)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07:30–08:00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อาหารเช้า  (🍜 ¥1,200)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08:10–09:00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ไป Minatomirai  🚆¥1,460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Yamanote→Yokohama→Minatomirai Line · ≈¥730/คน · นั่งจนปลายทาง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09:00–10:00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เดินรอบ MARK IS / รับบัตร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คาเฟ่ริมหน้าต่าง รอพิพิธภัณฑ์เปิด 10:00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10:00–12:00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Anpanman Museum 🐜  (🎟 ¥3,600)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เหมาะ 1-2 ขวบที่สุด · ซื้อบัตรหน้างาน/ออนไลน์ · เด็ก 1 ขวบขึ้น ~¥1,600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12:00–12:45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 MARK IS food court  (🍜 ¥3,000)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เลือกตามสะดวก — หลวมๆ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13:00–13:55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ลงใต้ต่อ → Kamakura  🚆¥1,100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Minatomirai Line → JR Negishi · Hooga งีบบนรถไฟช่วงนี้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14:05–14:15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Enoden ไป Hase  🚆¥380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Enoden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14:20–15:10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Hase-dera  (🎟 ¥800)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วิวทะเลจากยอดเนิน · บันไดเยอะ ผลัดอุ้ม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15:15–16:00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Buddha (Kotoku-in) 🗿  (🎟 ¥600)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เดิน 10 นาที · พระใหญ่กลางแจ้ง เดินรอบๆ สั้นๆ พอ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16:10–16:40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กลับสถานี Kamakura (ผ่าน Komachi)  (🍜 ¥800)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Enoden · ของกินถนนถ้าผ่าน — ไม่ตั้งใจ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17:00–18:05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 Ueno  🚆¥2,080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Yokosuka (ตรง) · รถตรงไม่ต้องเปลี่ยน · มื้อเย็นบนรถ/ข้าวกล่อง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27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18:30–19:30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มื้อเย็นเบาๆ ใกล้โรงแรม  (🍜 ¥3,500)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¥18,900   ·   ⏳ เหลือแรง: Enoshima นั่ง Enoden ต่อถ้าแรงเหลือ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ย่านโยโกฮามะ/มินาโตมิไร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IS Food Court (~¥1200/คน)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ย่านโยโกฮามะ/มินาโตมิไร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IS Food Court (~¥1200/คน)  ·  bills Minatomirai (~¥1800/คน)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ธ.ค. พุธ · D5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teamLab + วันพักกลางสัปดาห์ 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โทโยซุ (ตะวันออก) + บ้าน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08:30–09:00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อาหารเช้า  (🍜 ¥1,200)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09:00–09:40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ไป teamLab  🚆¥500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Tokyo Metro (เปลี่ยนสาย 1 ครั้ง) · จองรอบ ~10:00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10:00–11:30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teamLab Planets 🎨  (🎟 ¥7,600)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ต้องอุ้มช่วงลุยน้ำ · เตรียมชุดสำรอง Hooga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11:45–13:00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 LaLaport Toyosu  (🍜 ¥2,800)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restaurant เยอะ — เลือกตามสะดวก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13:15–14:00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กลับโรงแรม  🚆¥500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Tokyo Metro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14:00–16:30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งีบยาว + อาบน้ำ + พักจริงจัง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วันนี้ตั้งใจพัก — รีเซ็ตก่อนครึ่งหลังทริป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17:00–18:00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เดินเล่น Ueno Park ช่วงพลบค่ำ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อากาศธันวาเย็นสบาย ใส่เสื้อกันหนาว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18:30–19:30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มื้อเย็นใกล้โรงแรม  (🍜 ¥3,500)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¥16,100   ·   ⏳ เหลือแรง: เรือหงส์ Shinobazu Pond (อยู่ในคลังไอเดีย — หยิบมาใส่ได้)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ย่านโทโยซุ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LaLaport Food Court (~¥1200/คน)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ย่านโทโยซุ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LaLaport Food Court (~¥1200/คน)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ธ.ค. พฤหัส · D6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Asobono! + ไฟ Tokyo Dome City 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ซุอิโดบาชิ–บุงเกียว (ติดบ้าน)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08:30–09:00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อาหารเช้า  (🍜 ¥1,200)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09:10–09:35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ไป Tokyo Dome City  🚆¥560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Yamanote→Akihabara→JR Sobu หรือ Ginza→Suehirocho · ≈¥280/คน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09:45–12:00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Asobono! สนามเล่นในร่มยักษ์ 🧸  (🎟 ¥1,600)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ออกแบบสำหรับ 0-6 ขวบโดยเฉพาะ · มีโซนทารก · ถอดรองเท้า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12:00–13:00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 LaQua / Yellow Street  (🍜 ¥2,800)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ร้านครอบครัวเยอะ — เลือกตามสะดวก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13:15–14:00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กลับโรงแรม งีบ  🚆¥560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14:00–15:45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งีบ + พัก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16:15–16:40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กลับไป Dome City ช่วงไฟ  🚆¥560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· พระอาทิตย์ตก ~16:30 — ไฟเปิดพอดี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16:45–18:00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เดินชม Tokyo Dome City Winter Illumination 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ไฟประดับฤดูหนาว + ชิงช้าสวรรค์สวย · ฟรี · รถเข็นได้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18:15–19:15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มื้อเย็นก่อนกลับ  (🍜 ¥3,000)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19:30–19:55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 Ueno  🚆¥560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¥10,840   ·   ⏳ เหลือแรง: สวน Koishikawa Korakuen ใบแปะก๊วยหาง (10 นาทีจาก Dome)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ย่านซุอิโดบาชิ (Tokyo Dome City)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Street ซอยร้านอาหาร (~¥1200/คน)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ย่านซุอิโดบาชิ (Tokyo Dome City)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Street ซอยร้านอาหาร (~¥1200/คน)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ธ.ค. ศุกร์ · D7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Pokémon Café + Maxell + ไฟ Marunouchi 🎆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กลางเมือง: หน้าสถานีโตเกียว–ชินางาวะ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08:00–08:30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อาหารเช้า  (🍜 ¥1,200)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09:10–09:35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ไป Nihonbashi  🚆¥340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Yamanote → Tokyo Sta. + เดิน 15 นาที · ¥170/คน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10:00–11:00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Pokémon Café ⚡  (🍜 ¥4,000)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จอง 1 พ.ย. 18:00 ให้ทัน (เปิดจอยวันที่ 1 ของเดือนก่อน)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11:15–12:30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Tokyo Character Street + KITTE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ร้านการ์ตูนใต้สถานี · ของฝากเช้าๆ คนยังน้อย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12:30–13:15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 Ramen Street  (🍜 ¥3,000)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คิวเร็ว เลือกตามสะดวก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13:30–14:00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กลับโรงแรม งีบ  🚆¥340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เดิน → JR Yamanote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14:00–15:30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งีบ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15:50–16:15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ไป Maxell Aqua Park  🚆¥760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Yamanote (ตรง) · ติดสถานีชินางาวะ ออกปุ๊บถึง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16:30–18:15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Maxell Aqua Park 🐬  (🎟 ¥4,400)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เช็กตารางโชว์โลมา (~ทุก 1 ชม.) แล้วเลือกรอบก่อนเข้า · ในร่มทั้งหมด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18:30–18:45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ขึ้นไปดูไฟ Marunouchi  🚆¥380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Yamanote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18:50–19:35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ชมไฟ Marunouchi Illumination 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mid-Nov–Feb ทุกปี ฟรี · ตึกสถานียามค่ำสวยสุดๆ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19:45–20:45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 Marunouchi/กลับไปกินบ้าน  (🍜 ¥3,500)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เลือกตามสะดวก — หลวมๆ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21:00–21:20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 Ueno  🚆¥340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JR Yamanote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¥18,260   ·   ⏳ เหลือแรง: Ginza เดินชิล / Uniqlo กินซ่า (1 สถานี)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ย่านหน้าสถานีโตเกียว–นิฮงบาชิ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 Ramen Street (B1) (~¥1100/คน)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ย่านหน้าสถานีโตเกียว–นิฮงบาชิ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 Ramen Street (B1) (~¥1100/คน)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58368" cy="658368"/>
          </a:xfrm>
          <a:prstGeom prst="ellipse">
            <a:avLst/>
          </a:prstGeom>
          <a:solidFill>
            <a:srgbClr val="E057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80160" y="25603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ธ.ค. เสาร์ · D8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80160" y="658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เก็บกระเป๋า + ช้อปของฝากสุดท้าย 🛍️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384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</a:t>
            </a:r>
            <a:pPr algn="r" indent="0" marL="0">
              <a:buNone/>
            </a:pPr>
            <a:r>
              <a:rPr lang="en-US" sz="1150" dirty="0">
                <a:solidFill>
                  <a:srgbClr val="0E5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อูเอโนะ + สกายทรี (ปิดท้ายใกล้บ้าน)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6400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เวลา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กิจกรรม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การเดินทาง / หมายเหตุ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846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08:30–09:00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อาหารเช้า  (🍜 ¥1,500)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09:15–10:30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ช้อปของฝาก Ameyoko + เก็บของชิ้นเล็ก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เช้าเสาร์คนยังไม่เยอะ · งบของฝากแยกต่างหาก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10:30–12:00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เก็บกระเป๋า + พัก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แพ็กให้เสร็จก่อนออกรอบเย็น — พรุ่งนี้บิน 10:35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12:00–13:00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มื้อกลางวัน  (🍜 ¥2,800)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13:00–14:45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งีบบ่ายสุดท้าย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15:15–15:35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ไป Skytree  🚆¥480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Ginza→Asakusa, Tobu→Skytree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15:45–17:30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ช้อปของฝาก Tokyo Solamachi 🛍️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KitKat Tokyo · Tokyo Banana · ร้านการ์ตูน · รถเข็นสบาย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17:45–18:45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มื้อเย็นพิเศษส่งท้าย  (🍜 ¥5,000)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มื้อส่งท้ายทริป เลือกตามใจ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19:00–19:45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เดินเที่ยวสุดท้ายรอบ Skytree (ไฟตึกช่วงค่ำ)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ไฟประดับตึกสวย · ถ่ายรูปรอบๆ พอ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20:00–20:20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กลับ Ueno  🚆¥480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🚆 Tobu→Asakusa, Ginza→Ueno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05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20:45–21:30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ของฝากรอบสุดท้าย Don Quijote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975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เช็กกระเป๋าให้พร้อม · นอนไม่เกิน 22:00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419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งบวันนี้ ¥10,260   ·   ⏳ เหลือแรง: ขึ้น Tokyo Skytree Tembo Deck (บัตรรอบค่ำ)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059168" y="1115568"/>
            <a:ext cx="466344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6E0D2"/>
            </a:solidFill>
            <a:prstDash val="solid"/>
          </a:ln>
          <a:effectLst>
            <a:outerShdw sx="100000" sy="100000" kx="0" ky="0" algn="bl" rotWithShape="0" blurRad="88900" dist="25400" dir="2700000">
              <a:srgbClr val="1B2430">
                <a:alpha val="16000"/>
              </a:srgbClr>
            </a:outerShdw>
          </a:effectLst>
        </p:spPr>
      </p:sp>
      <p:pic>
        <p:nvPicPr>
          <p:cNvPr id="10" name="Image 0" descr="/Users/user/Library/CloudStorage/OneDrive2-GofiveCompanyLimited/Mc AI project/trip-planner/pptx-assets/day-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50608" y="1207008"/>
            <a:ext cx="4480560" cy="2816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50608" y="4041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97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เส้นทางจริงของวันนี้ (เดิน = เส้นเขียว · รถไฟ = เส้นน้ำเงินประะ)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059168" y="4370832"/>
            <a:ext cx="4663440" cy="2331720"/>
          </a:xfrm>
          <a:prstGeom prst="roundRect">
            <a:avLst>
              <a:gd name="adj" fmla="val 3137"/>
            </a:avLst>
          </a:prstGeom>
          <a:solidFill>
            <a:srgbClr val="F7EBCB"/>
          </a:solidFill>
          <a:ln/>
        </p:spPr>
      </p:sp>
      <p:sp>
        <p:nvSpPr>
          <p:cNvPr id="13" name="Text 9"/>
          <p:cNvSpPr/>
          <p:nvPr/>
        </p:nvSpPr>
        <p:spPr>
          <a:xfrm>
            <a:off x="7269480" y="4462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ตัวเลือกร้านแนะนำของวันนี้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269480" y="4828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🌤 มื้อกลางวัน — ย่านสกายทรี/โซลามาจิ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06640" y="510235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Solamachi Food Court (10F) (~¥1200/คน)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269480" y="56692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มื้อเย็น — ย่านสกายทรี/โซลามาจิ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406640" y="594360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Solamachi Food Court (10F) (~¥1200/คน)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69480" y="640994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เลือกสดตอนไปถึง — ดูตัวเลือกเพิ่มกด 🍜 ในแอป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11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เช็กลิสต์ก่อนเที่ยว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576072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ทำเลย — จองที่พักโตเกียว 8 คืน (free cancellation)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~ก.ย. — จองตั๋ว Disneyland ออนไลน์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พ.ย. 18:00 — จอง Pokémon Café (Nihonbashi)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เดือน — จอง teamLab Planets (timed slot)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ก่อนวันไป — ซื้อบัตร Anpanman Museum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สัปดาห์ — ซื้อบัตร Maxell Aqua Park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ล่วงหน้า — แจ้งโรงแรมยืมเปลเด็ก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ก่อนบิน — เตรียม Suica + eSIM/pocket wifi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□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ก่อนบิน — ประกันเดินทาง (ครอบคลุมเด็ก)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040880" y="4114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❄️ เคล็ดลับต้นธันวา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040880" y="109728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อากาศ 8–15°C แห้ง ฝนน้อย — แจ็กเก็ตบาง+ผ้าห่มรถเข็นให้ Hooga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พระอาทิตย์ตก ~16:30 — outdoor ก่อนบ่ายสาม แล้วต่อในร่ม/ดูไฟ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Illumination เปิดเต็มที่: Marunouchi (D7) · Dome City (D6) · ริมอ่าวโยโกฮามะ (D4)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Disney ธีมคริสต์มาสถึง 25 ธ.ค.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วันเสาร์ (D8) คนเยอะสุด — จัดเป็นวันเก็บกระเป๋า+ช้อปใกล้บ้าน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E8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ปิดปีใหม่เริ่ม ~29 ธ.ค. — ช่วงเราปกติเต็มที่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040880" y="4572000"/>
            <a:ext cx="4572000" cy="1554480"/>
          </a:xfrm>
          <a:prstGeom prst="roundRect">
            <a:avLst>
              <a:gd name="adj" fmla="val 5882"/>
            </a:avLst>
          </a:prstGeom>
          <a:solidFill>
            <a:srgbClr val="10604B"/>
          </a:solidFill>
          <a:ln w="12700">
            <a:solidFill>
              <a:srgbClr val="1D7A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69480" y="47091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9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แอปประกอบแผน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269480" y="50292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aphiwatgo5.github.io/tokyo-trip-planner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รหัสผ่าน: hoogaati → hoogaati · แก้แผนได้สด แล้ว sync Excel สองทาง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Tokyo Trip 2026 — Day by Day</dc:title>
  <dc:subject>PptxGenJS Presentation</dc:subject>
  <dc:creator>Tokyo Trip Planner</dc:creator>
  <cp:lastModifiedBy>Tokyo Trip Planner</cp:lastModifiedBy>
  <cp:revision>1</cp:revision>
  <dcterms:created xsi:type="dcterms:W3CDTF">2026-09-13T14:17:07Z</dcterms:created>
  <dcterms:modified xsi:type="dcterms:W3CDTF">2026-09-13T14:17:07Z</dcterms:modified>
</cp:coreProperties>
</file>